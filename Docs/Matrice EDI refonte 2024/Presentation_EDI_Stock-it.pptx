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57" r:id="rId5"/>
    <p:sldId id="258" r:id="rId6"/>
    <p:sldId id="259" r:id="rId7"/>
    <p:sldId id="266" r:id="rId8"/>
    <p:sldId id="264" r:id="rId9"/>
    <p:sldId id="260" r:id="rId10"/>
    <p:sldId id="267" r:id="rId11"/>
    <p:sldId id="268" r:id="rId12"/>
    <p:sldId id="269" r:id="rId13"/>
    <p:sldId id="271" r:id="rId14"/>
    <p:sldId id="265" r:id="rId15"/>
    <p:sldId id="272" r:id="rId16"/>
    <p:sldId id="273" r:id="rId17"/>
    <p:sldId id="274" r:id="rId18"/>
    <p:sldId id="263"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03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0713243-9DDB-9937-92B4-358DF7D2DE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4509C9FD-2508-71FB-E594-4D26531DD2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FB9AF6-F022-F942-B4C3-D75666895F3B}" type="datetimeFigureOut">
              <a:rPr lang="fr-FR" smtClean="0"/>
              <a:t>01/12/2025</a:t>
            </a:fld>
            <a:endParaRPr lang="fr-FR"/>
          </a:p>
        </p:txBody>
      </p:sp>
      <p:sp>
        <p:nvSpPr>
          <p:cNvPr id="4" name="Espace réservé du pied de page 3">
            <a:extLst>
              <a:ext uri="{FF2B5EF4-FFF2-40B4-BE49-F238E27FC236}">
                <a16:creationId xmlns:a16="http://schemas.microsoft.com/office/drawing/2014/main" id="{2980A947-0CE5-AAA1-0C8C-904BCA3B36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0A80EF19-1024-EBC2-486A-9E428D83EC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CFADAA-E69F-AE4E-B6E4-9A804E2B9B78}" type="slidenum">
              <a:rPr lang="fr-FR" smtClean="0"/>
              <a:t>‹N°›</a:t>
            </a:fld>
            <a:endParaRPr lang="fr-FR"/>
          </a:p>
        </p:txBody>
      </p:sp>
    </p:spTree>
    <p:extLst>
      <p:ext uri="{BB962C8B-B14F-4D97-AF65-F5344CB8AC3E}">
        <p14:creationId xmlns:p14="http://schemas.microsoft.com/office/powerpoint/2010/main" val="843846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2A84B3-1EB7-CE47-B00F-13A5353ED7C5}" type="datetimeFigureOut">
              <a:rPr lang="fr-FR" smtClean="0"/>
              <a:t>01/12/2025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E0F343-5789-B84A-93B9-D072008E6A1F}" type="slidenum">
              <a:rPr lang="fr-FR" smtClean="0"/>
              <a:t>‹N°›</a:t>
            </a:fld>
            <a:endParaRPr lang="fr-FR"/>
          </a:p>
        </p:txBody>
      </p:sp>
    </p:spTree>
    <p:extLst>
      <p:ext uri="{BB962C8B-B14F-4D97-AF65-F5344CB8AC3E}">
        <p14:creationId xmlns:p14="http://schemas.microsoft.com/office/powerpoint/2010/main" val="3275558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uvertur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F2F8DF-B00C-6C3F-C270-B7439AD67AFB}"/>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47A67BA7-EEE8-6A01-531A-D57AA8490127}"/>
              </a:ext>
            </a:extLst>
          </p:cNvPr>
          <p:cNvSpPr>
            <a:spLocks noGrp="1"/>
          </p:cNvSpPr>
          <p:nvPr>
            <p:ph type="ctrTitle"/>
          </p:nvPr>
        </p:nvSpPr>
        <p:spPr>
          <a:xfrm>
            <a:off x="654286" y="0"/>
            <a:ext cx="5778000" cy="1905540"/>
          </a:xfrm>
        </p:spPr>
        <p:txBody>
          <a:bodyPr lIns="0" tIns="0" rIns="0" bIns="0" anchor="b">
            <a:noAutofit/>
          </a:bodyPr>
          <a:lstStyle>
            <a:lvl1pPr marL="0" indent="0" algn="l">
              <a:buFontTx/>
              <a:buNone/>
              <a:defRPr sz="4800" baseline="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7B1FFB8A-EC79-D118-B311-E80D53F46D6E}"/>
              </a:ext>
            </a:extLst>
          </p:cNvPr>
          <p:cNvSpPr>
            <a:spLocks noGrp="1"/>
          </p:cNvSpPr>
          <p:nvPr>
            <p:ph type="subTitle" idx="1" hasCustomPrompt="1"/>
          </p:nvPr>
        </p:nvSpPr>
        <p:spPr>
          <a:xfrm>
            <a:off x="654286" y="1997615"/>
            <a:ext cx="5778000" cy="1655762"/>
          </a:xfrm>
        </p:spPr>
        <p:txBody>
          <a:bodyPr lIns="0" tIns="0" rIns="0" bIns="0">
            <a:noAutofit/>
          </a:bodyPr>
          <a:lstStyle>
            <a:lvl1pPr marL="0" indent="0" algn="l">
              <a:lnSpc>
                <a:spcPct val="100000"/>
              </a:lnSpc>
              <a:buNone/>
              <a:defRPr sz="2400"/>
            </a:lvl1pPr>
            <a:lvl2pPr marL="0" indent="0" algn="l">
              <a:lnSpc>
                <a:spcPct val="100000"/>
              </a:lnSpc>
              <a:buNone/>
              <a:defRPr sz="2400">
                <a:solidFill>
                  <a:schemeClr val="bg1"/>
                </a:solidFill>
              </a:defRPr>
            </a:lvl2pPr>
            <a:lvl3pPr marL="0" indent="0" algn="l">
              <a:lnSpc>
                <a:spcPct val="100000"/>
              </a:lnSpc>
              <a:buNone/>
              <a:defRPr sz="1600" spc="100" baseline="0">
                <a:solidFill>
                  <a:schemeClr val="tx2"/>
                </a:solidFill>
              </a:defRPr>
            </a:lvl3pPr>
            <a:lvl4pPr marL="0" indent="0" algn="l">
              <a:lnSpc>
                <a:spcPct val="100000"/>
              </a:lnSpc>
              <a:buNone/>
              <a:defRPr sz="1600" cap="all" spc="100" baseline="0">
                <a:solidFill>
                  <a:schemeClr val="bg1"/>
                </a:solidFill>
              </a:defRPr>
            </a:lvl4pPr>
            <a:lvl5pPr marL="0" indent="0" algn="l">
              <a:lnSpc>
                <a:spcPct val="100000"/>
              </a:lnSpc>
              <a:spcBef>
                <a:spcPts val="500"/>
              </a:spcBef>
              <a:buNone/>
              <a:defRPr sz="1600">
                <a:solidFill>
                  <a:schemeClr val="tx2"/>
                </a:solidFill>
              </a:defRPr>
            </a:lvl5pPr>
            <a:lvl6pPr marL="0" indent="0" algn="l">
              <a:lnSpc>
                <a:spcPct val="100000"/>
              </a:lnSpc>
              <a:buNone/>
              <a:defRPr sz="1600">
                <a:solidFill>
                  <a:schemeClr val="bg1"/>
                </a:solidFill>
                <a:latin typeface="Neue Haas Grotesk Text Pro" panose="020B0504020202020204" pitchFamily="34" charset="77"/>
              </a:defRPr>
            </a:lvl6pPr>
            <a:lvl7pPr marL="0" indent="0" algn="l">
              <a:lnSpc>
                <a:spcPct val="100000"/>
              </a:lnSpc>
              <a:buNone/>
              <a:defRPr sz="1200" cap="all" spc="100" baseline="0">
                <a:solidFill>
                  <a:schemeClr val="tx2"/>
                </a:solidFill>
                <a:latin typeface="Neue Haas Grotesk Text Pro" panose="020B0504020202020204" pitchFamily="34" charset="77"/>
              </a:defRPr>
            </a:lvl7pPr>
            <a:lvl8pPr marL="0" indent="0" algn="l">
              <a:lnSpc>
                <a:spcPct val="100000"/>
              </a:lnSpc>
              <a:buNone/>
              <a:defRPr sz="1200" cap="all" spc="100" baseline="0">
                <a:solidFill>
                  <a:schemeClr val="bg1"/>
                </a:solidFill>
                <a:latin typeface="Neue Haas Grotesk Text Pro" panose="020B0504020202020204" pitchFamily="34" charset="77"/>
              </a:defRPr>
            </a:lvl8pPr>
            <a:lvl9pPr marL="360000" indent="-360000" algn="l">
              <a:lnSpc>
                <a:spcPct val="100000"/>
              </a:lnSpc>
              <a:spcAft>
                <a:spcPts val="500"/>
              </a:spcAft>
              <a:buClr>
                <a:schemeClr val="tx2"/>
              </a:buClr>
              <a:buFont typeface="Arial" panose="020B0604020202020204" pitchFamily="34" charset="0"/>
              <a:buChar char="•"/>
              <a:defRPr sz="1600">
                <a:solidFill>
                  <a:schemeClr val="bg1"/>
                </a:solidFill>
                <a:latin typeface="Neue Haas Grotesk Text Pro" panose="020B0504020202020204" pitchFamily="34" charset="77"/>
              </a:defRPr>
            </a:lvl9pPr>
          </a:lstStyle>
          <a:p>
            <a:pPr marL="105750" marR="0" lvl="0" indent="-465750" algn="l" defTabSz="914400" rtl="0" eaLnBrk="1" fontAlgn="auto" latinLnBrk="0" hangingPunct="1">
              <a:lnSpc>
                <a:spcPct val="100000"/>
              </a:lnSpc>
              <a:spcBef>
                <a:spcPts val="0"/>
              </a:spcBef>
              <a:spcAft>
                <a:spcPts val="1500"/>
              </a:spcAft>
              <a:buClrTx/>
              <a:buSzTx/>
              <a:tabLst/>
              <a:defRPr/>
            </a:pPr>
            <a:r>
              <a:rPr lang="fr-FR"/>
              <a:t>Cliquez pour modifier les styles du texte du masque</a:t>
            </a:r>
          </a:p>
        </p:txBody>
      </p:sp>
      <p:pic>
        <p:nvPicPr>
          <p:cNvPr id="15" name="Image 14" descr="Une image contenant Police, Graphique, graphisme, typographie&#10;&#10;Description générée automatiquement">
            <a:extLst>
              <a:ext uri="{FF2B5EF4-FFF2-40B4-BE49-F238E27FC236}">
                <a16:creationId xmlns:a16="http://schemas.microsoft.com/office/drawing/2014/main" id="{7AB43241-1303-8C47-7005-4E24AC2A1702}"/>
              </a:ext>
            </a:extLst>
          </p:cNvPr>
          <p:cNvPicPr>
            <a:picLocks noChangeAspect="1"/>
          </p:cNvPicPr>
          <p:nvPr userDrawn="1"/>
        </p:nvPicPr>
        <p:blipFill>
          <a:blip r:embed="rId2"/>
          <a:stretch>
            <a:fillRect/>
          </a:stretch>
        </p:blipFill>
        <p:spPr>
          <a:xfrm>
            <a:off x="549275" y="5887995"/>
            <a:ext cx="1949450" cy="546100"/>
          </a:xfrm>
          <a:prstGeom prst="rect">
            <a:avLst/>
          </a:prstGeom>
        </p:spPr>
      </p:pic>
      <p:pic>
        <p:nvPicPr>
          <p:cNvPr id="8" name="Image 7">
            <a:extLst>
              <a:ext uri="{FF2B5EF4-FFF2-40B4-BE49-F238E27FC236}">
                <a16:creationId xmlns:a16="http://schemas.microsoft.com/office/drawing/2014/main" id="{02AAACB3-81F2-18D0-B8C7-BF84F1879C1A}"/>
              </a:ext>
            </a:extLst>
          </p:cNvPr>
          <p:cNvPicPr>
            <a:picLocks noChangeAspect="1"/>
          </p:cNvPicPr>
          <p:nvPr userDrawn="1"/>
        </p:nvPicPr>
        <p:blipFill rotWithShape="1">
          <a:blip r:embed="rId3"/>
          <a:srcRect r="12645" b="13066"/>
          <a:stretch/>
        </p:blipFill>
        <p:spPr>
          <a:xfrm>
            <a:off x="6947427" y="896112"/>
            <a:ext cx="5244573" cy="5961888"/>
          </a:xfrm>
          <a:prstGeom prst="rect">
            <a:avLst/>
          </a:prstGeom>
        </p:spPr>
      </p:pic>
    </p:spTree>
    <p:extLst>
      <p:ext uri="{BB962C8B-B14F-4D97-AF65-F5344CB8AC3E}">
        <p14:creationId xmlns:p14="http://schemas.microsoft.com/office/powerpoint/2010/main" val="4161757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Couverture 2">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F2F8DF-B00C-6C3F-C270-B7439AD67AFB}"/>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47A67BA7-EEE8-6A01-531A-D57AA8490127}"/>
              </a:ext>
            </a:extLst>
          </p:cNvPr>
          <p:cNvSpPr>
            <a:spLocks noGrp="1"/>
          </p:cNvSpPr>
          <p:nvPr>
            <p:ph type="ctrTitle"/>
          </p:nvPr>
        </p:nvSpPr>
        <p:spPr>
          <a:xfrm>
            <a:off x="654286" y="0"/>
            <a:ext cx="5778000" cy="1905540"/>
          </a:xfrm>
        </p:spPr>
        <p:txBody>
          <a:bodyPr lIns="0" tIns="0" rIns="0" bIns="0" anchor="b">
            <a:noAutofit/>
          </a:bodyPr>
          <a:lstStyle>
            <a:lvl1pPr marL="0" indent="0" algn="l">
              <a:buFontTx/>
              <a:buNone/>
              <a:defRPr sz="4800" baseline="0">
                <a:solidFill>
                  <a:schemeClr val="tx1"/>
                </a:solidFill>
              </a:defRPr>
            </a:lvl1pPr>
          </a:lstStyle>
          <a:p>
            <a:r>
              <a:rPr lang="fr-FR"/>
              <a:t>Modifiez le style du titre</a:t>
            </a:r>
          </a:p>
        </p:txBody>
      </p:sp>
      <p:sp>
        <p:nvSpPr>
          <p:cNvPr id="3" name="Sous-titre 2">
            <a:extLst>
              <a:ext uri="{FF2B5EF4-FFF2-40B4-BE49-F238E27FC236}">
                <a16:creationId xmlns:a16="http://schemas.microsoft.com/office/drawing/2014/main" id="{7B1FFB8A-EC79-D118-B311-E80D53F46D6E}"/>
              </a:ext>
            </a:extLst>
          </p:cNvPr>
          <p:cNvSpPr>
            <a:spLocks noGrp="1"/>
          </p:cNvSpPr>
          <p:nvPr>
            <p:ph type="subTitle" idx="1" hasCustomPrompt="1"/>
          </p:nvPr>
        </p:nvSpPr>
        <p:spPr>
          <a:xfrm>
            <a:off x="654286" y="1997615"/>
            <a:ext cx="5778000" cy="1655762"/>
          </a:xfrm>
        </p:spPr>
        <p:txBody>
          <a:bodyPr lIns="0" tIns="0" rIns="0" bIns="0">
            <a:noAutofit/>
          </a:bodyPr>
          <a:lstStyle>
            <a:lvl1pPr marL="0" indent="0" algn="l">
              <a:lnSpc>
                <a:spcPct val="100000"/>
              </a:lnSpc>
              <a:buNone/>
              <a:defRPr sz="2400"/>
            </a:lvl1pPr>
            <a:lvl2pPr marL="0" indent="0" algn="l">
              <a:lnSpc>
                <a:spcPct val="100000"/>
              </a:lnSpc>
              <a:buNone/>
              <a:defRPr sz="2400">
                <a:solidFill>
                  <a:schemeClr val="tx1"/>
                </a:solidFill>
              </a:defRPr>
            </a:lvl2pPr>
            <a:lvl3pPr marL="0" indent="0" algn="l">
              <a:lnSpc>
                <a:spcPct val="100000"/>
              </a:lnSpc>
              <a:buNone/>
              <a:defRPr sz="1600" spc="100" baseline="0">
                <a:solidFill>
                  <a:schemeClr val="tx2"/>
                </a:solidFill>
              </a:defRPr>
            </a:lvl3pPr>
            <a:lvl4pPr marL="0" indent="0" algn="l">
              <a:lnSpc>
                <a:spcPct val="100000"/>
              </a:lnSpc>
              <a:buNone/>
              <a:defRPr sz="1600" cap="all" spc="100" baseline="0">
                <a:solidFill>
                  <a:schemeClr val="tx1"/>
                </a:solidFill>
              </a:defRPr>
            </a:lvl4pPr>
            <a:lvl5pPr marL="0" indent="0" algn="l">
              <a:lnSpc>
                <a:spcPct val="100000"/>
              </a:lnSpc>
              <a:spcBef>
                <a:spcPts val="500"/>
              </a:spcBef>
              <a:buNone/>
              <a:defRPr sz="1600">
                <a:solidFill>
                  <a:schemeClr val="tx2"/>
                </a:solidFill>
              </a:defRPr>
            </a:lvl5pPr>
            <a:lvl6pPr marL="0" indent="0" algn="l">
              <a:lnSpc>
                <a:spcPct val="100000"/>
              </a:lnSpc>
              <a:buNone/>
              <a:defRPr sz="1600">
                <a:solidFill>
                  <a:schemeClr val="tx1"/>
                </a:solidFill>
                <a:latin typeface="Neue Haas Grotesk Text Pro" panose="020B0504020202020204" pitchFamily="34" charset="77"/>
              </a:defRPr>
            </a:lvl6pPr>
            <a:lvl7pPr marL="0" indent="0" algn="l">
              <a:lnSpc>
                <a:spcPct val="100000"/>
              </a:lnSpc>
              <a:buNone/>
              <a:defRPr sz="1200" cap="all" spc="100" baseline="0">
                <a:solidFill>
                  <a:schemeClr val="tx2"/>
                </a:solidFill>
                <a:latin typeface="Neue Haas Grotesk Text Pro" panose="020B0504020202020204" pitchFamily="34" charset="77"/>
              </a:defRPr>
            </a:lvl7pPr>
            <a:lvl8pPr marL="0" indent="0" algn="l">
              <a:lnSpc>
                <a:spcPct val="100000"/>
              </a:lnSpc>
              <a:buNone/>
              <a:defRPr sz="1200" cap="all" spc="100" baseline="0">
                <a:solidFill>
                  <a:schemeClr val="tx1"/>
                </a:solidFill>
                <a:latin typeface="Neue Haas Grotesk Text Pro" panose="020B0504020202020204" pitchFamily="34" charset="77"/>
              </a:defRPr>
            </a:lvl8pPr>
            <a:lvl9pPr marL="360000" indent="-360000" algn="l">
              <a:lnSpc>
                <a:spcPct val="100000"/>
              </a:lnSpc>
              <a:spcAft>
                <a:spcPts val="500"/>
              </a:spcAft>
              <a:buClr>
                <a:schemeClr val="tx2"/>
              </a:buClr>
              <a:buFont typeface="Arial" panose="020B0604020202020204" pitchFamily="34" charset="0"/>
              <a:buChar char="•"/>
              <a:defRPr sz="1600">
                <a:solidFill>
                  <a:schemeClr val="tx1"/>
                </a:solidFill>
                <a:latin typeface="Neue Haas Grotesk Text Pro" panose="020B0504020202020204" pitchFamily="34" charset="77"/>
              </a:defRPr>
            </a:lvl9pPr>
          </a:lstStyle>
          <a:p>
            <a:pPr marL="465750" marR="0" lvl="8" indent="-465750" algn="l" defTabSz="914400" rtl="0" eaLnBrk="1" fontAlgn="auto" latinLnBrk="0" hangingPunct="1">
              <a:lnSpc>
                <a:spcPct val="100000"/>
              </a:lnSpc>
              <a:spcBef>
                <a:spcPts val="0"/>
              </a:spcBef>
              <a:spcAft>
                <a:spcPts val="1500"/>
              </a:spcAft>
              <a:buClrTx/>
              <a:buSzTx/>
              <a:tabLst/>
              <a:defRPr/>
            </a:pPr>
            <a:r>
              <a:rPr lang="fr-FR"/>
              <a:t>Cliquez pour modifier les styles du texte du masque</a:t>
            </a:r>
          </a:p>
        </p:txBody>
      </p:sp>
      <p:pic>
        <p:nvPicPr>
          <p:cNvPr id="15" name="Image 14" descr="Une image contenant Police, Graphique, graphisme, typographie&#10;&#10;Description générée automatiquement">
            <a:extLst>
              <a:ext uri="{FF2B5EF4-FFF2-40B4-BE49-F238E27FC236}">
                <a16:creationId xmlns:a16="http://schemas.microsoft.com/office/drawing/2014/main" id="{7AB43241-1303-8C47-7005-4E24AC2A1702}"/>
              </a:ext>
            </a:extLst>
          </p:cNvPr>
          <p:cNvPicPr>
            <a:picLocks noChangeAspect="1"/>
          </p:cNvPicPr>
          <p:nvPr userDrawn="1"/>
        </p:nvPicPr>
        <p:blipFill>
          <a:blip r:embed="rId2"/>
          <a:stretch>
            <a:fillRect/>
          </a:stretch>
        </p:blipFill>
        <p:spPr>
          <a:xfrm>
            <a:off x="549275" y="5887995"/>
            <a:ext cx="1949450" cy="546100"/>
          </a:xfrm>
          <a:prstGeom prst="rect">
            <a:avLst/>
          </a:prstGeom>
        </p:spPr>
      </p:pic>
      <p:pic>
        <p:nvPicPr>
          <p:cNvPr id="8" name="Image 7">
            <a:extLst>
              <a:ext uri="{FF2B5EF4-FFF2-40B4-BE49-F238E27FC236}">
                <a16:creationId xmlns:a16="http://schemas.microsoft.com/office/drawing/2014/main" id="{02AAACB3-81F2-18D0-B8C7-BF84F1879C1A}"/>
              </a:ext>
            </a:extLst>
          </p:cNvPr>
          <p:cNvPicPr>
            <a:picLocks noChangeAspect="1"/>
          </p:cNvPicPr>
          <p:nvPr userDrawn="1"/>
        </p:nvPicPr>
        <p:blipFill rotWithShape="1">
          <a:blip r:embed="rId3"/>
          <a:srcRect r="12645" b="13066"/>
          <a:stretch/>
        </p:blipFill>
        <p:spPr>
          <a:xfrm>
            <a:off x="6947427" y="896112"/>
            <a:ext cx="5244573" cy="5961888"/>
          </a:xfrm>
          <a:prstGeom prst="rect">
            <a:avLst/>
          </a:prstGeom>
        </p:spPr>
      </p:pic>
    </p:spTree>
    <p:extLst>
      <p:ext uri="{BB962C8B-B14F-4D97-AF65-F5344CB8AC3E}">
        <p14:creationId xmlns:p14="http://schemas.microsoft.com/office/powerpoint/2010/main" val="3868734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bg>
      <p:bgPr>
        <a:solidFill>
          <a:schemeClr val="tx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4EFF74-699C-1BD6-FD78-9A9A58DEA3DF}"/>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a:extLst>
              <a:ext uri="{FF2B5EF4-FFF2-40B4-BE49-F238E27FC236}">
                <a16:creationId xmlns:a16="http://schemas.microsoft.com/office/drawing/2014/main" id="{0A46E7C0-FC98-9495-A102-63B543E4CAC8}"/>
              </a:ext>
            </a:extLst>
          </p:cNvPr>
          <p:cNvPicPr>
            <a:picLocks noChangeAspect="1"/>
          </p:cNvPicPr>
          <p:nvPr userDrawn="1"/>
        </p:nvPicPr>
        <p:blipFill rotWithShape="1">
          <a:blip r:embed="rId2">
            <a:alphaModFix amt="20000"/>
          </a:blip>
          <a:srcRect r="12645" b="13066"/>
          <a:stretch/>
        </p:blipFill>
        <p:spPr>
          <a:xfrm>
            <a:off x="6947427" y="896112"/>
            <a:ext cx="5244573" cy="5961888"/>
          </a:xfrm>
          <a:prstGeom prst="rect">
            <a:avLst/>
          </a:prstGeom>
          <a:effectLst/>
        </p:spPr>
      </p:pic>
      <p:sp>
        <p:nvSpPr>
          <p:cNvPr id="5" name="Espace réservé du texte 4">
            <a:extLst>
              <a:ext uri="{FF2B5EF4-FFF2-40B4-BE49-F238E27FC236}">
                <a16:creationId xmlns:a16="http://schemas.microsoft.com/office/drawing/2014/main" id="{41467C82-8180-78E4-8817-42650DE1B18A}"/>
              </a:ext>
            </a:extLst>
          </p:cNvPr>
          <p:cNvSpPr>
            <a:spLocks noGrp="1"/>
          </p:cNvSpPr>
          <p:nvPr>
            <p:ph type="body" sz="quarter" idx="10"/>
          </p:nvPr>
        </p:nvSpPr>
        <p:spPr>
          <a:xfrm>
            <a:off x="7932419" y="0"/>
            <a:ext cx="3680461" cy="6858000"/>
          </a:xfrm>
        </p:spPr>
        <p:txBody>
          <a:bodyPr anchor="ctr"/>
          <a:lstStyle>
            <a:lvl1pPr>
              <a:lnSpc>
                <a:spcPct val="100000"/>
              </a:lnSpc>
              <a:spcBef>
                <a:spcPts val="0"/>
              </a:spcBef>
              <a:defRPr sz="1400" b="0" i="0">
                <a:solidFill>
                  <a:schemeClr val="bg1"/>
                </a:solidFill>
                <a:latin typeface="Neue Haas Grotesk Text Pro" panose="020B0504020202020204" pitchFamily="34" charset="77"/>
              </a:defRPr>
            </a:lvl1pPr>
            <a:lvl2pPr>
              <a:lnSpc>
                <a:spcPct val="100000"/>
              </a:lnSpc>
              <a:spcBef>
                <a:spcPts val="0"/>
              </a:spcBef>
              <a:spcAft>
                <a:spcPts val="1500"/>
              </a:spcAft>
              <a:defRPr sz="1400" b="1" i="0">
                <a:solidFill>
                  <a:schemeClr val="bg1"/>
                </a:solidFill>
                <a:latin typeface="Neue Haas Grotesk Text Pro" panose="020B0504020202020204" pitchFamily="34" charset="77"/>
              </a:defRPr>
            </a:lvl2pPr>
            <a:lvl3pPr>
              <a:lnSpc>
                <a:spcPct val="100000"/>
              </a:lnSpc>
              <a:spcBef>
                <a:spcPts val="0"/>
              </a:spcBef>
              <a:spcAft>
                <a:spcPts val="0"/>
              </a:spcAft>
              <a:defRPr sz="1400" b="0" i="0" cap="none" baseline="0">
                <a:solidFill>
                  <a:schemeClr val="bg1"/>
                </a:solidFill>
                <a:latin typeface="Neue Haas Grotesk Text Pro" panose="020B0504020202020204" pitchFamily="34" charset="77"/>
              </a:defRPr>
            </a:lvl3pPr>
            <a:lvl4pPr>
              <a:lnSpc>
                <a:spcPct val="100000"/>
              </a:lnSpc>
              <a:spcBef>
                <a:spcPts val="0"/>
              </a:spcBef>
              <a:spcAft>
                <a:spcPts val="1500"/>
              </a:spcAft>
              <a:defRPr sz="1400" b="1" i="0" cap="none" baseline="0">
                <a:solidFill>
                  <a:schemeClr val="bg1"/>
                </a:solidFill>
                <a:latin typeface="Neue Haas Grotesk Text Pro" panose="020B0504020202020204" pitchFamily="34" charset="77"/>
              </a:defRPr>
            </a:lvl4pPr>
            <a:lvl5pPr marL="0" indent="0">
              <a:lnSpc>
                <a:spcPct val="100000"/>
              </a:lnSpc>
              <a:spcBef>
                <a:spcPts val="0"/>
              </a:spcBef>
              <a:buFontTx/>
              <a:buNone/>
              <a:defRPr sz="1400" b="0" i="0" cap="none" baseline="0">
                <a:solidFill>
                  <a:schemeClr val="bg1"/>
                </a:solidFill>
                <a:latin typeface="Neue Haas Grotesk Text Pro" panose="020B0504020202020204" pitchFamily="34" charset="77"/>
              </a:defRPr>
            </a:lvl5pPr>
            <a:lvl6pPr>
              <a:spcBef>
                <a:spcPts val="0"/>
              </a:spcBef>
              <a:spcAft>
                <a:spcPts val="1500"/>
              </a:spcAft>
              <a:defRPr sz="1400" b="1" i="0">
                <a:solidFill>
                  <a:schemeClr val="bg1"/>
                </a:solidFill>
                <a:latin typeface="Neue Haas Grotesk Text Pro" panose="020B0504020202020204" pitchFamily="34" charset="77"/>
              </a:defRPr>
            </a:lvl6pPr>
            <a:lvl7pPr>
              <a:spcBef>
                <a:spcPts val="0"/>
              </a:spcBef>
              <a:defRPr sz="1400">
                <a:solidFill>
                  <a:schemeClr val="bg1"/>
                </a:solidFill>
              </a:defRPr>
            </a:lvl7pPr>
            <a:lvl8pPr>
              <a:spcBef>
                <a:spcPts val="0"/>
              </a:spcBef>
              <a:spcAft>
                <a:spcPts val="1500"/>
              </a:spcAft>
              <a:defRPr sz="1400" b="1">
                <a:solidFill>
                  <a:schemeClr val="bg1"/>
                </a:solidFill>
              </a:defRPr>
            </a:lvl8pPr>
            <a:lvl9pPr marL="0" indent="0">
              <a:spcBef>
                <a:spcPts val="0"/>
              </a:spcBef>
              <a:buFontTx/>
              <a:buNone/>
              <a:defRPr sz="1400" b="0" i="0">
                <a:solidFill>
                  <a:schemeClr val="bg1"/>
                </a:solidFill>
                <a:latin typeface="Neue Haas Grotesk Text Pro" panose="020B0504020202020204" pitchFamily="34" charset="77"/>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texte 6">
            <a:extLst>
              <a:ext uri="{FF2B5EF4-FFF2-40B4-BE49-F238E27FC236}">
                <a16:creationId xmlns:a16="http://schemas.microsoft.com/office/drawing/2014/main" id="{8BD5A2AD-E124-047C-9370-89FA25AF720B}"/>
              </a:ext>
            </a:extLst>
          </p:cNvPr>
          <p:cNvSpPr>
            <a:spLocks noGrp="1"/>
          </p:cNvSpPr>
          <p:nvPr>
            <p:ph type="body" sz="quarter" idx="11"/>
          </p:nvPr>
        </p:nvSpPr>
        <p:spPr>
          <a:xfrm>
            <a:off x="5526741" y="0"/>
            <a:ext cx="2137075" cy="6858000"/>
          </a:xfrm>
        </p:spPr>
        <p:txBody>
          <a:bodyPr anchor="ctr"/>
          <a:lstStyle>
            <a:lvl1pPr algn="r">
              <a:lnSpc>
                <a:spcPct val="100000"/>
              </a:lnSpc>
              <a:spcBef>
                <a:spcPts val="0"/>
              </a:spcBef>
              <a:defRPr sz="4000" b="0" cap="none" baseline="0">
                <a:solidFill>
                  <a:schemeClr val="bg1"/>
                </a:solidFill>
              </a:defRPr>
            </a:lvl1pPr>
            <a:lvl2pPr algn="r">
              <a:lnSpc>
                <a:spcPct val="100000"/>
              </a:lnSpc>
              <a:spcBef>
                <a:spcPts val="0"/>
              </a:spcBef>
              <a:spcAft>
                <a:spcPts val="0"/>
              </a:spcAft>
              <a:defRPr sz="4000" b="0" cap="none" baseline="0">
                <a:solidFill>
                  <a:schemeClr val="bg1"/>
                </a:solidFill>
              </a:defRPr>
            </a:lvl2pPr>
            <a:lvl3pPr algn="r">
              <a:lnSpc>
                <a:spcPct val="100000"/>
              </a:lnSpc>
              <a:spcBef>
                <a:spcPts val="0"/>
              </a:spcBef>
              <a:spcAft>
                <a:spcPts val="0"/>
              </a:spcAft>
              <a:defRPr sz="4000" b="0" cap="none" baseline="0">
                <a:solidFill>
                  <a:schemeClr val="bg1"/>
                </a:solidFill>
              </a:defRPr>
            </a:lvl3pPr>
            <a:lvl4pPr algn="r">
              <a:lnSpc>
                <a:spcPct val="100000"/>
              </a:lnSpc>
              <a:spcBef>
                <a:spcPts val="0"/>
              </a:spcBef>
              <a:spcAft>
                <a:spcPts val="0"/>
              </a:spcAft>
              <a:defRPr sz="4000" b="0" cap="none" baseline="0">
                <a:solidFill>
                  <a:schemeClr val="bg1"/>
                </a:solidFill>
              </a:defRPr>
            </a:lvl4pPr>
            <a:lvl5pPr marL="0" indent="0" algn="r">
              <a:lnSpc>
                <a:spcPct val="100000"/>
              </a:lnSpc>
              <a:spcBef>
                <a:spcPts val="0"/>
              </a:spcBef>
              <a:buFontTx/>
              <a:buNone/>
              <a:defRPr sz="4000" b="0" cap="none" baseline="0">
                <a:solidFill>
                  <a:schemeClr val="bg1"/>
                </a:solidFill>
              </a:defRPr>
            </a:lvl5pPr>
            <a:lvl6pPr algn="r">
              <a:spcBef>
                <a:spcPts val="0"/>
              </a:spcBef>
              <a:defRPr sz="1000">
                <a:solidFill>
                  <a:schemeClr val="bg1"/>
                </a:solidFill>
              </a:defRPr>
            </a:lvl6pPr>
            <a:lvl7pPr algn="r">
              <a:spcBef>
                <a:spcPts val="0"/>
              </a:spcBef>
              <a:defRPr sz="1000">
                <a:solidFill>
                  <a:schemeClr val="bg1"/>
                </a:solidFill>
              </a:defRPr>
            </a:lvl7pPr>
            <a:lvl8pPr algn="r">
              <a:spcBef>
                <a:spcPts val="0"/>
              </a:spcBef>
              <a:defRPr sz="1000">
                <a:solidFill>
                  <a:schemeClr val="bg1"/>
                </a:solidFill>
              </a:defRPr>
            </a:lvl8pPr>
            <a:lvl9pPr algn="r">
              <a:spcBef>
                <a:spcPts val="0"/>
              </a:spcBef>
              <a:defRPr sz="1000">
                <a:solidFill>
                  <a:schemeClr val="bg1"/>
                </a:solidFill>
                <a:latin typeface="Neue Haas Grotesk Text Pro" panose="020B0504020202020204" pitchFamily="34" charset="77"/>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Titre 1">
            <a:extLst>
              <a:ext uri="{FF2B5EF4-FFF2-40B4-BE49-F238E27FC236}">
                <a16:creationId xmlns:a16="http://schemas.microsoft.com/office/drawing/2014/main" id="{9DF583BC-645A-A3B7-FDD9-81DC56E4F9F9}"/>
              </a:ext>
            </a:extLst>
          </p:cNvPr>
          <p:cNvSpPr txBox="1">
            <a:spLocks/>
          </p:cNvSpPr>
          <p:nvPr userDrawn="1"/>
        </p:nvSpPr>
        <p:spPr>
          <a:xfrm>
            <a:off x="1466847" y="1417162"/>
            <a:ext cx="4474847" cy="4023677"/>
          </a:xfrm>
          <a:prstGeom prst="rect">
            <a:avLst/>
          </a:prstGeom>
        </p:spPr>
        <p:txBody>
          <a:bodyPr vert="horz" lIns="0" tIns="0" rIns="0" bIns="0" rtlCol="0" anchor="ctr">
            <a:noAutofit/>
          </a:bodyPr>
          <a:lstStyle>
            <a:lvl1pPr marL="0" indent="0" algn="l" defTabSz="914400" rtl="0" eaLnBrk="1" latinLnBrk="0" hangingPunct="1">
              <a:lnSpc>
                <a:spcPct val="80000"/>
              </a:lnSpc>
              <a:spcBef>
                <a:spcPct val="0"/>
              </a:spcBef>
              <a:buClr>
                <a:schemeClr val="tx2"/>
              </a:buClr>
              <a:buSzPct val="50000"/>
              <a:buFontTx/>
              <a:buNone/>
              <a:defRPr lang="fr-FR" sz="11000" b="1" i="0" kern="1200" baseline="11000">
                <a:solidFill>
                  <a:schemeClr val="bg1"/>
                </a:solidFill>
                <a:latin typeface="Neue Haas Grotesk Text Pro" panose="020B0504020202020204" pitchFamily="34" charset="77"/>
                <a:ea typeface="+mj-ea"/>
                <a:cs typeface="+mj-cs"/>
              </a:defRPr>
            </a:lvl1pPr>
          </a:lstStyle>
          <a:p>
            <a:r>
              <a:rPr lang="fr-FR" sz="13000" err="1"/>
              <a:t>Som</a:t>
            </a:r>
            <a:r>
              <a:rPr lang="fr-FR" sz="13000"/>
              <a:t>-</a:t>
            </a:r>
            <a:br>
              <a:rPr lang="fr-FR" sz="13000"/>
            </a:br>
            <a:r>
              <a:rPr lang="fr-FR" sz="13000"/>
              <a:t>maire</a:t>
            </a:r>
          </a:p>
        </p:txBody>
      </p:sp>
    </p:spTree>
    <p:extLst>
      <p:ext uri="{BB962C8B-B14F-4D97-AF65-F5344CB8AC3E}">
        <p14:creationId xmlns:p14="http://schemas.microsoft.com/office/powerpoint/2010/main" val="2521414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de Parti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21D9F4-FD28-6B60-16D2-FE3BE8091EA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358BDEEB-F961-6391-05CC-7FF8F902D972}"/>
              </a:ext>
            </a:extLst>
          </p:cNvPr>
          <p:cNvPicPr>
            <a:picLocks noChangeAspect="1"/>
          </p:cNvPicPr>
          <p:nvPr userDrawn="1"/>
        </p:nvPicPr>
        <p:blipFill rotWithShape="1">
          <a:blip r:embed="rId2"/>
          <a:srcRect r="12645" b="13067"/>
          <a:stretch/>
        </p:blipFill>
        <p:spPr>
          <a:xfrm>
            <a:off x="6947427" y="896112"/>
            <a:ext cx="5244573" cy="5961888"/>
          </a:xfrm>
          <a:prstGeom prst="rect">
            <a:avLst/>
          </a:prstGeom>
        </p:spPr>
      </p:pic>
      <p:sp>
        <p:nvSpPr>
          <p:cNvPr id="13" name="Espace réservé du texte 12">
            <a:extLst>
              <a:ext uri="{FF2B5EF4-FFF2-40B4-BE49-F238E27FC236}">
                <a16:creationId xmlns:a16="http://schemas.microsoft.com/office/drawing/2014/main" id="{AAE8F7B9-3622-9D08-EDE8-B92DEDDB089B}"/>
              </a:ext>
            </a:extLst>
          </p:cNvPr>
          <p:cNvSpPr>
            <a:spLocks noGrp="1"/>
          </p:cNvSpPr>
          <p:nvPr>
            <p:ph type="body" sz="quarter" idx="10"/>
          </p:nvPr>
        </p:nvSpPr>
        <p:spPr>
          <a:xfrm>
            <a:off x="-239843" y="5715"/>
            <a:ext cx="2176358" cy="6852285"/>
          </a:xfrm>
        </p:spPr>
        <p:txBody>
          <a:bodyPr anchor="ctr"/>
          <a:lstStyle>
            <a:lvl1pPr algn="r">
              <a:spcBef>
                <a:spcPts val="0"/>
              </a:spcBef>
              <a:defRPr sz="11000" b="0">
                <a:solidFill>
                  <a:schemeClr val="tx2"/>
                </a:solidFill>
              </a:defRPr>
            </a:lvl1pPr>
            <a:lvl2pPr algn="r">
              <a:spcBef>
                <a:spcPts val="0"/>
              </a:spcBef>
              <a:spcAft>
                <a:spcPts val="0"/>
              </a:spcAft>
              <a:defRPr lang="fr-FR" sz="11000" b="0" i="0" kern="1200" dirty="0" smtClean="0">
                <a:solidFill>
                  <a:schemeClr val="tx1"/>
                </a:solidFill>
                <a:latin typeface="Neue Haas Grotesk Text Pro" panose="020B0504020202020204" pitchFamily="34" charset="77"/>
                <a:ea typeface="+mn-ea"/>
                <a:cs typeface="+mn-cs"/>
              </a:defRPr>
            </a:lvl2pPr>
            <a:lvl3pPr algn="r">
              <a:spcBef>
                <a:spcPts val="0"/>
              </a:spcBef>
              <a:spcAft>
                <a:spcPts val="0"/>
              </a:spcAft>
              <a:defRPr lang="fr-FR" sz="11000" b="0" i="0" kern="1200" cap="none" baseline="0" dirty="0" smtClean="0">
                <a:solidFill>
                  <a:schemeClr val="tx2"/>
                </a:solidFill>
                <a:latin typeface="Neue Haas Grotesk Text Pro" panose="020B0504020202020204" pitchFamily="34" charset="77"/>
                <a:ea typeface="+mn-ea"/>
                <a:cs typeface="+mn-cs"/>
              </a:defRPr>
            </a:lvl3pPr>
            <a:lvl4pPr algn="r">
              <a:spcBef>
                <a:spcPts val="0"/>
              </a:spcBef>
              <a:spcAft>
                <a:spcPts val="0"/>
              </a:spcAft>
              <a:defRPr sz="11000" b="0" cap="none" baseline="0">
                <a:solidFill>
                  <a:schemeClr val="tx1"/>
                </a:solidFill>
              </a:defRPr>
            </a:lvl4pPr>
            <a:lvl5pPr marL="0" indent="0" algn="r">
              <a:lnSpc>
                <a:spcPct val="100000"/>
              </a:lnSpc>
              <a:spcBef>
                <a:spcPts val="0"/>
              </a:spcBef>
              <a:buFontTx/>
              <a:buNone/>
              <a:defRPr sz="11000" b="0" cap="none" baseline="0">
                <a:solidFill>
                  <a:schemeClr val="tx2"/>
                </a:solidFill>
              </a:defRPr>
            </a:lvl5pPr>
            <a:lvl6pPr algn="r">
              <a:spcBef>
                <a:spcPts val="0"/>
              </a:spcBef>
              <a:defRPr lang="fr-FR" sz="11000" b="0" kern="1200" cap="none" baseline="0" dirty="0">
                <a:solidFill>
                  <a:schemeClr val="tx1"/>
                </a:solidFill>
                <a:latin typeface="Neue Haas Grotesk Text Pro" panose="020B0504020202020204" pitchFamily="34" charset="77"/>
                <a:ea typeface="+mn-ea"/>
                <a:cs typeface="+mn-cs"/>
              </a:defRPr>
            </a:lvl6pPr>
            <a:lvl7pPr algn="r">
              <a:spcBef>
                <a:spcPts val="0"/>
              </a:spcBef>
              <a:defRPr lang="fr-FR" sz="11000" b="0" kern="1200" cap="none" baseline="0" dirty="0">
                <a:solidFill>
                  <a:schemeClr val="tx2"/>
                </a:solidFill>
                <a:latin typeface="Neue Haas Grotesk Text Pro" panose="020B0504020202020204" pitchFamily="34" charset="77"/>
                <a:ea typeface="+mn-ea"/>
                <a:cs typeface="+mn-cs"/>
              </a:defRPr>
            </a:lvl7pPr>
            <a:lvl8pPr algn="r">
              <a:spcBef>
                <a:spcPts val="0"/>
              </a:spcBef>
              <a:defRPr lang="fr-FR" sz="11000" b="0" kern="1200" cap="none" baseline="0" dirty="0">
                <a:solidFill>
                  <a:schemeClr val="tx1"/>
                </a:solidFill>
                <a:latin typeface="Neue Haas Grotesk Text Pro" panose="020B0504020202020204" pitchFamily="34" charset="77"/>
                <a:ea typeface="+mn-ea"/>
                <a:cs typeface="+mn-cs"/>
              </a:defRPr>
            </a:lvl8pPr>
            <a:lvl9pPr marL="0" indent="0" algn="r">
              <a:lnSpc>
                <a:spcPct val="100000"/>
              </a:lnSpc>
              <a:spcBef>
                <a:spcPts val="0"/>
              </a:spcBef>
              <a:buFontTx/>
              <a:buNone/>
              <a:defRPr lang="fr-FR" sz="11000" b="0" kern="1200" cap="none" baseline="0" dirty="0">
                <a:solidFill>
                  <a:schemeClr val="tx2"/>
                </a:solidFill>
                <a:latin typeface="Neue Haas Grotesk Text Pro" panose="020B0504020202020204" pitchFamily="34" charset="77"/>
                <a:ea typeface="+mn-ea"/>
                <a:cs typeface="+mn-cs"/>
              </a:defRPr>
            </a:lvl9pPr>
          </a:lstStyle>
          <a:p>
            <a:pPr lvl="0"/>
            <a:r>
              <a:rPr lang="fr-FR"/>
              <a:t>Cliquez pour modifier les styles du texte du masque</a:t>
            </a:r>
          </a:p>
          <a:p>
            <a:pPr lvl="0"/>
            <a:r>
              <a:rPr lang="fr-FR"/>
              <a:t>Deuxième niveau</a:t>
            </a:r>
          </a:p>
          <a:p>
            <a:pPr lvl="2"/>
            <a:r>
              <a:rPr lang="fr-FR"/>
              <a:t>Troisième niveau</a:t>
            </a:r>
          </a:p>
          <a:p>
            <a:pPr lvl="3"/>
            <a:r>
              <a:rPr lang="fr-FR"/>
              <a:t>Quatrième niveau</a:t>
            </a:r>
          </a:p>
          <a:p>
            <a:pPr lvl="0"/>
            <a:r>
              <a:rPr lang="fr-FR"/>
              <a:t>Cinquième niveau</a:t>
            </a:r>
          </a:p>
        </p:txBody>
      </p:sp>
      <p:sp>
        <p:nvSpPr>
          <p:cNvPr id="15" name="Espace réservé du texte 14">
            <a:extLst>
              <a:ext uri="{FF2B5EF4-FFF2-40B4-BE49-F238E27FC236}">
                <a16:creationId xmlns:a16="http://schemas.microsoft.com/office/drawing/2014/main" id="{2814C0AC-7734-C88C-78F1-44F3B17537AA}"/>
              </a:ext>
            </a:extLst>
          </p:cNvPr>
          <p:cNvSpPr>
            <a:spLocks noGrp="1"/>
          </p:cNvSpPr>
          <p:nvPr>
            <p:ph type="body" sz="quarter" idx="11"/>
          </p:nvPr>
        </p:nvSpPr>
        <p:spPr>
          <a:xfrm>
            <a:off x="2267985" y="-1"/>
            <a:ext cx="4697730" cy="6852285"/>
          </a:xfrm>
        </p:spPr>
        <p:txBody>
          <a:bodyPr anchor="ctr"/>
          <a:lstStyle>
            <a:lvl1pPr>
              <a:lnSpc>
                <a:spcPct val="100000"/>
              </a:lnSpc>
              <a:spcBef>
                <a:spcPts val="0"/>
              </a:spcBef>
              <a:spcAft>
                <a:spcPts val="1000"/>
              </a:spcAft>
              <a:defRPr sz="3200" b="0">
                <a:solidFill>
                  <a:schemeClr val="tx2"/>
                </a:solidFill>
              </a:defRPr>
            </a:lvl1pPr>
            <a:lvl2pPr>
              <a:lnSpc>
                <a:spcPct val="100000"/>
              </a:lnSpc>
              <a:spcBef>
                <a:spcPts val="0"/>
              </a:spcBef>
              <a:spcAft>
                <a:spcPts val="1000"/>
              </a:spcAft>
              <a:defRPr sz="3200" b="0">
                <a:solidFill>
                  <a:schemeClr val="tx1"/>
                </a:solidFill>
              </a:defRPr>
            </a:lvl2pPr>
            <a:lvl3pPr>
              <a:lnSpc>
                <a:spcPct val="100000"/>
              </a:lnSpc>
              <a:spcBef>
                <a:spcPts val="0"/>
              </a:spcBef>
              <a:spcAft>
                <a:spcPts val="1000"/>
              </a:spcAft>
              <a:defRPr sz="3200" b="1" i="0" cap="none" baseline="0">
                <a:solidFill>
                  <a:schemeClr val="tx2"/>
                </a:solidFill>
                <a:latin typeface="Neue Haas Grotesk Text Pro" panose="020B0504020202020204" pitchFamily="34" charset="77"/>
              </a:defRPr>
            </a:lvl3pPr>
            <a:lvl4pPr>
              <a:lnSpc>
                <a:spcPct val="100000"/>
              </a:lnSpc>
              <a:spcBef>
                <a:spcPts val="0"/>
              </a:spcBef>
              <a:spcAft>
                <a:spcPts val="1000"/>
              </a:spcAft>
              <a:defRPr sz="3200" b="1" i="0" cap="none" baseline="0">
                <a:solidFill>
                  <a:schemeClr val="tx1"/>
                </a:solidFill>
                <a:latin typeface="Neue Haas Grotesk Text Pro" panose="020B0504020202020204" pitchFamily="34" charset="77"/>
              </a:defRPr>
            </a:lvl4pPr>
            <a:lvl5pPr marL="0" indent="0">
              <a:lnSpc>
                <a:spcPct val="100000"/>
              </a:lnSpc>
              <a:spcBef>
                <a:spcPts val="0"/>
              </a:spcBef>
              <a:spcAft>
                <a:spcPts val="1000"/>
              </a:spcAft>
              <a:buFontTx/>
              <a:buNone/>
              <a:defRPr sz="3200" b="0" cap="none" baseline="0">
                <a:solidFill>
                  <a:schemeClr val="tx2"/>
                </a:solidFill>
              </a:defRPr>
            </a:lvl5pPr>
            <a:lvl6pPr marL="0" indent="0">
              <a:spcBef>
                <a:spcPts val="0"/>
              </a:spcBef>
              <a:spcAft>
                <a:spcPts val="1000"/>
              </a:spcAft>
              <a:buFontTx/>
              <a:buNone/>
              <a:defRPr sz="3200" b="0">
                <a:solidFill>
                  <a:schemeClr val="tx1"/>
                </a:solidFill>
              </a:defRPr>
            </a:lvl6pPr>
            <a:lvl7pPr marL="0" indent="0">
              <a:spcBef>
                <a:spcPts val="0"/>
              </a:spcBef>
              <a:spcAft>
                <a:spcPts val="1000"/>
              </a:spcAft>
              <a:buFontTx/>
              <a:buNone/>
              <a:defRPr sz="3200" b="1">
                <a:solidFill>
                  <a:schemeClr val="tx2"/>
                </a:solidFill>
              </a:defRPr>
            </a:lvl7pPr>
            <a:lvl8pPr marL="0" indent="0">
              <a:spcBef>
                <a:spcPts val="0"/>
              </a:spcBef>
              <a:spcAft>
                <a:spcPts val="1000"/>
              </a:spcAft>
              <a:buFontTx/>
              <a:buNone/>
              <a:defRPr sz="3200" b="1">
                <a:solidFill>
                  <a:schemeClr val="tx1"/>
                </a:solidFill>
              </a:defRPr>
            </a:lvl8pPr>
            <a:lvl9pPr marL="0" indent="0">
              <a:lnSpc>
                <a:spcPct val="100000"/>
              </a:lnSpc>
              <a:spcBef>
                <a:spcPts val="0"/>
              </a:spcBef>
              <a:spcAft>
                <a:spcPts val="1000"/>
              </a:spcAft>
              <a:buClr>
                <a:schemeClr val="tx2"/>
              </a:buClr>
              <a:buFontTx/>
              <a:buNone/>
              <a:defRPr sz="3200">
                <a:solidFill>
                  <a:schemeClr val="tx2"/>
                </a:solidFill>
                <a:latin typeface="Neue Haas Grotesk Text Pro" panose="020B0504020202020204" pitchFamily="34" charset="77"/>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numéro de diapositive 17">
            <a:extLst>
              <a:ext uri="{FF2B5EF4-FFF2-40B4-BE49-F238E27FC236}">
                <a16:creationId xmlns:a16="http://schemas.microsoft.com/office/drawing/2014/main" id="{DEC1F824-61D2-83F2-98B2-72DC371FACAE}"/>
              </a:ext>
            </a:extLst>
          </p:cNvPr>
          <p:cNvSpPr>
            <a:spLocks noGrp="1"/>
          </p:cNvSpPr>
          <p:nvPr>
            <p:ph type="sldNum" sz="quarter" idx="13"/>
          </p:nvPr>
        </p:nvSpPr>
        <p:spPr/>
        <p:txBody>
          <a:bodyPr lIns="0" tIns="0" rIns="0" bIns="0"/>
          <a:lstStyle>
            <a:lvl1pPr>
              <a:defRPr>
                <a:solidFill>
                  <a:schemeClr val="bg1"/>
                </a:solidFill>
              </a:defRPr>
            </a:lvl1pPr>
          </a:lstStyle>
          <a:p>
            <a:fld id="{C0BFEC7E-0323-A14C-9873-20EA857A373B}" type="slidenum">
              <a:rPr lang="fr-FR" smtClean="0"/>
              <a:pPr/>
              <a:t>‹N°›</a:t>
            </a:fld>
            <a:endParaRPr lang="fr-FR"/>
          </a:p>
        </p:txBody>
      </p:sp>
      <p:pic>
        <p:nvPicPr>
          <p:cNvPr id="4" name="Image 3">
            <a:extLst>
              <a:ext uri="{FF2B5EF4-FFF2-40B4-BE49-F238E27FC236}">
                <a16:creationId xmlns:a16="http://schemas.microsoft.com/office/drawing/2014/main" id="{3684487F-8734-0DDE-FD1D-927D00BA24E4}"/>
              </a:ext>
            </a:extLst>
          </p:cNvPr>
          <p:cNvPicPr>
            <a:picLocks noChangeAspect="1"/>
          </p:cNvPicPr>
          <p:nvPr userDrawn="1"/>
        </p:nvPicPr>
        <p:blipFill>
          <a:blip r:embed="rId3"/>
          <a:srcRect/>
          <a:stretch/>
        </p:blipFill>
        <p:spPr>
          <a:xfrm>
            <a:off x="11324397" y="6623851"/>
            <a:ext cx="368300" cy="103171"/>
          </a:xfrm>
          <a:prstGeom prst="rect">
            <a:avLst/>
          </a:prstGeom>
        </p:spPr>
      </p:pic>
    </p:spTree>
    <p:extLst>
      <p:ext uri="{BB962C8B-B14F-4D97-AF65-F5344CB8AC3E}">
        <p14:creationId xmlns:p14="http://schemas.microsoft.com/office/powerpoint/2010/main" val="77542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1000"/>
                                        <p:tgtEl>
                                          <p:spTgt spid="13">
                                            <p:txEl>
                                              <p:pRg st="0" end="0"/>
                                            </p:txEl>
                                          </p:spTgt>
                                        </p:tgtEl>
                                      </p:cBhvr>
                                    </p:animEffect>
                                    <p:anim calcmode="lin" valueType="num">
                                      <p:cBhvr>
                                        <p:cTn id="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1000"/>
                                        <p:tgtEl>
                                          <p:spTgt spid="13">
                                            <p:txEl>
                                              <p:pRg st="1" end="1"/>
                                            </p:txEl>
                                          </p:spTgt>
                                        </p:tgtEl>
                                      </p:cBhvr>
                                    </p:animEffect>
                                    <p:anim calcmode="lin" valueType="num">
                                      <p:cBhvr>
                                        <p:cTn id="13"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1000"/>
                                        <p:tgtEl>
                                          <p:spTgt spid="13">
                                            <p:txEl>
                                              <p:pRg st="2" end="2"/>
                                            </p:txEl>
                                          </p:spTgt>
                                        </p:tgtEl>
                                      </p:cBhvr>
                                    </p:animEffect>
                                    <p:anim calcmode="lin" valueType="num">
                                      <p:cBhvr>
                                        <p:cTn id="18"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1000"/>
                                        <p:tgtEl>
                                          <p:spTgt spid="13">
                                            <p:txEl>
                                              <p:pRg st="3" end="3"/>
                                            </p:txEl>
                                          </p:spTgt>
                                        </p:tgtEl>
                                      </p:cBhvr>
                                    </p:animEffect>
                                    <p:anim calcmode="lin" valueType="num">
                                      <p:cBhvr>
                                        <p:cTn id="23" dur="10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1000"/>
                                        <p:tgtEl>
                                          <p:spTgt spid="13">
                                            <p:txEl>
                                              <p:pRg st="4" end="4"/>
                                            </p:txEl>
                                          </p:spTgt>
                                        </p:tgtEl>
                                      </p:cBhvr>
                                    </p:animEffect>
                                    <p:anim calcmode="lin" valueType="num">
                                      <p:cBhvr>
                                        <p:cTn id="28" dur="1000" fill="hold"/>
                                        <p:tgtEl>
                                          <p:spTgt spid="1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3">
                                            <p:txEl>
                                              <p:pRg st="4" end="4"/>
                                            </p:txEl>
                                          </p:spTgt>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fade">
                                      <p:cBhvr>
                                        <p:cTn id="32" dur="1000"/>
                                        <p:tgtEl>
                                          <p:spTgt spid="15">
                                            <p:txEl>
                                              <p:pRg st="0" end="0"/>
                                            </p:txEl>
                                          </p:spTgt>
                                        </p:tgtEl>
                                      </p:cBhvr>
                                    </p:animEffect>
                                    <p:anim calcmode="lin" valueType="num">
                                      <p:cBhvr>
                                        <p:cTn id="33"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0"/>
                                  </p:stCondLst>
                                  <p:childTnLst>
                                    <p:set>
                                      <p:cBhvr>
                                        <p:cTn id="36" dur="1" fill="hold">
                                          <p:stCondLst>
                                            <p:cond delay="0"/>
                                          </p:stCondLst>
                                        </p:cTn>
                                        <p:tgtEl>
                                          <p:spTgt spid="15">
                                            <p:txEl>
                                              <p:pRg st="1" end="1"/>
                                            </p:txEl>
                                          </p:spTgt>
                                        </p:tgtEl>
                                        <p:attrNameLst>
                                          <p:attrName>style.visibility</p:attrName>
                                        </p:attrNameLst>
                                      </p:cBhvr>
                                      <p:to>
                                        <p:strVal val="visible"/>
                                      </p:to>
                                    </p:set>
                                    <p:animEffect transition="in" filter="fade">
                                      <p:cBhvr>
                                        <p:cTn id="37" dur="1000"/>
                                        <p:tgtEl>
                                          <p:spTgt spid="15">
                                            <p:txEl>
                                              <p:pRg st="1" end="1"/>
                                            </p:txEl>
                                          </p:spTgt>
                                        </p:tgtEl>
                                      </p:cBhvr>
                                    </p:animEffect>
                                    <p:anim calcmode="lin" valueType="num">
                                      <p:cBhvr>
                                        <p:cTn id="38"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39" dur="1000" fill="hold"/>
                                        <p:tgtEl>
                                          <p:spTgt spid="15">
                                            <p:txEl>
                                              <p:pRg st="1" end="1"/>
                                            </p:txEl>
                                          </p:spTgt>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0"/>
                                  </p:stCondLst>
                                  <p:childTnLst>
                                    <p:set>
                                      <p:cBhvr>
                                        <p:cTn id="41" dur="1" fill="hold">
                                          <p:stCondLst>
                                            <p:cond delay="0"/>
                                          </p:stCondLst>
                                        </p:cTn>
                                        <p:tgtEl>
                                          <p:spTgt spid="15">
                                            <p:txEl>
                                              <p:pRg st="2" end="2"/>
                                            </p:txEl>
                                          </p:spTgt>
                                        </p:tgtEl>
                                        <p:attrNameLst>
                                          <p:attrName>style.visibility</p:attrName>
                                        </p:attrNameLst>
                                      </p:cBhvr>
                                      <p:to>
                                        <p:strVal val="visible"/>
                                      </p:to>
                                    </p:set>
                                    <p:animEffect transition="in" filter="fade">
                                      <p:cBhvr>
                                        <p:cTn id="42" dur="1000"/>
                                        <p:tgtEl>
                                          <p:spTgt spid="15">
                                            <p:txEl>
                                              <p:pRg st="2" end="2"/>
                                            </p:txEl>
                                          </p:spTgt>
                                        </p:tgtEl>
                                      </p:cBhvr>
                                    </p:animEffect>
                                    <p:anim calcmode="lin" valueType="num">
                                      <p:cBhvr>
                                        <p:cTn id="43"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5">
                                            <p:txEl>
                                              <p:pRg st="2" end="2"/>
                                            </p:txEl>
                                          </p:spTgt>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15">
                                            <p:txEl>
                                              <p:pRg st="3" end="3"/>
                                            </p:txEl>
                                          </p:spTgt>
                                        </p:tgtEl>
                                        <p:attrNameLst>
                                          <p:attrName>style.visibility</p:attrName>
                                        </p:attrNameLst>
                                      </p:cBhvr>
                                      <p:to>
                                        <p:strVal val="visible"/>
                                      </p:to>
                                    </p:set>
                                    <p:animEffect transition="in" filter="fade">
                                      <p:cBhvr>
                                        <p:cTn id="47" dur="1000"/>
                                        <p:tgtEl>
                                          <p:spTgt spid="15">
                                            <p:txEl>
                                              <p:pRg st="3" end="3"/>
                                            </p:txEl>
                                          </p:spTgt>
                                        </p:tgtEl>
                                      </p:cBhvr>
                                    </p:animEffect>
                                    <p:anim calcmode="lin" valueType="num">
                                      <p:cBhvr>
                                        <p:cTn id="48"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49" dur="1000" fill="hold"/>
                                        <p:tgtEl>
                                          <p:spTgt spid="15">
                                            <p:txEl>
                                              <p:pRg st="3" end="3"/>
                                            </p:txEl>
                                          </p:spTgt>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0"/>
                                  </p:stCondLst>
                                  <p:childTnLst>
                                    <p:set>
                                      <p:cBhvr>
                                        <p:cTn id="51" dur="1" fill="hold">
                                          <p:stCondLst>
                                            <p:cond delay="0"/>
                                          </p:stCondLst>
                                        </p:cTn>
                                        <p:tgtEl>
                                          <p:spTgt spid="15">
                                            <p:txEl>
                                              <p:pRg st="4" end="4"/>
                                            </p:txEl>
                                          </p:spTgt>
                                        </p:tgtEl>
                                        <p:attrNameLst>
                                          <p:attrName>style.visibility</p:attrName>
                                        </p:attrNameLst>
                                      </p:cBhvr>
                                      <p:to>
                                        <p:strVal val="visible"/>
                                      </p:to>
                                    </p:set>
                                    <p:animEffect transition="in" filter="fade">
                                      <p:cBhvr>
                                        <p:cTn id="52" dur="1000"/>
                                        <p:tgtEl>
                                          <p:spTgt spid="15">
                                            <p:txEl>
                                              <p:pRg st="4" end="4"/>
                                            </p:txEl>
                                          </p:spTgt>
                                        </p:tgtEl>
                                      </p:cBhvr>
                                    </p:animEffect>
                                    <p:anim calcmode="lin" valueType="num">
                                      <p:cBhvr>
                                        <p:cTn id="53"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54"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tmplLst>
          <p:tmpl lvl="1">
            <p:tnLst>
              <p:par>
                <p:cTn presetID="42"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1000"/>
                        <p:tgtEl>
                          <p:spTgt spid="13"/>
                        </p:tgtEl>
                      </p:cBhvr>
                    </p:animEffect>
                    <p:anim calcmode="lin" valueType="num">
                      <p:cBhvr>
                        <p:cTn dur="1000" fill="hold"/>
                        <p:tgtEl>
                          <p:spTgt spid="13"/>
                        </p:tgtEl>
                        <p:attrNameLst>
                          <p:attrName>ppt_x</p:attrName>
                        </p:attrNameLst>
                      </p:cBhvr>
                      <p:tavLst>
                        <p:tav tm="0">
                          <p:val>
                            <p:strVal val="#ppt_x"/>
                          </p:val>
                        </p:tav>
                        <p:tav tm="100000">
                          <p:val>
                            <p:strVal val="#ppt_x"/>
                          </p:val>
                        </p:tav>
                      </p:tavLst>
                    </p:anim>
                    <p:anim calcmode="lin" valueType="num">
                      <p:cBhvr>
                        <p:cTn dur="1000" fill="hold"/>
                        <p:tgtEl>
                          <p:spTgt spid="1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1000"/>
                        <p:tgtEl>
                          <p:spTgt spid="13"/>
                        </p:tgtEl>
                      </p:cBhvr>
                    </p:animEffect>
                    <p:anim calcmode="lin" valueType="num">
                      <p:cBhvr>
                        <p:cTn dur="1000" fill="hold"/>
                        <p:tgtEl>
                          <p:spTgt spid="13"/>
                        </p:tgtEl>
                        <p:attrNameLst>
                          <p:attrName>ppt_x</p:attrName>
                        </p:attrNameLst>
                      </p:cBhvr>
                      <p:tavLst>
                        <p:tav tm="0">
                          <p:val>
                            <p:strVal val="#ppt_x"/>
                          </p:val>
                        </p:tav>
                        <p:tav tm="100000">
                          <p:val>
                            <p:strVal val="#ppt_x"/>
                          </p:val>
                        </p:tav>
                      </p:tavLst>
                    </p:anim>
                    <p:anim calcmode="lin" valueType="num">
                      <p:cBhvr>
                        <p:cTn dur="1000" fill="hold"/>
                        <p:tgtEl>
                          <p:spTgt spid="1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1000"/>
                        <p:tgtEl>
                          <p:spTgt spid="13"/>
                        </p:tgtEl>
                      </p:cBhvr>
                    </p:animEffect>
                    <p:anim calcmode="lin" valueType="num">
                      <p:cBhvr>
                        <p:cTn dur="1000" fill="hold"/>
                        <p:tgtEl>
                          <p:spTgt spid="13"/>
                        </p:tgtEl>
                        <p:attrNameLst>
                          <p:attrName>ppt_x</p:attrName>
                        </p:attrNameLst>
                      </p:cBhvr>
                      <p:tavLst>
                        <p:tav tm="0">
                          <p:val>
                            <p:strVal val="#ppt_x"/>
                          </p:val>
                        </p:tav>
                        <p:tav tm="100000">
                          <p:val>
                            <p:strVal val="#ppt_x"/>
                          </p:val>
                        </p:tav>
                      </p:tavLst>
                    </p:anim>
                    <p:anim calcmode="lin" valueType="num">
                      <p:cBhvr>
                        <p:cTn dur="1000" fill="hold"/>
                        <p:tgtEl>
                          <p:spTgt spid="1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1000"/>
                        <p:tgtEl>
                          <p:spTgt spid="13"/>
                        </p:tgtEl>
                      </p:cBhvr>
                    </p:animEffect>
                    <p:anim calcmode="lin" valueType="num">
                      <p:cBhvr>
                        <p:cTn dur="1000" fill="hold"/>
                        <p:tgtEl>
                          <p:spTgt spid="13"/>
                        </p:tgtEl>
                        <p:attrNameLst>
                          <p:attrName>ppt_x</p:attrName>
                        </p:attrNameLst>
                      </p:cBhvr>
                      <p:tavLst>
                        <p:tav tm="0">
                          <p:val>
                            <p:strVal val="#ppt_x"/>
                          </p:val>
                        </p:tav>
                        <p:tav tm="100000">
                          <p:val>
                            <p:strVal val="#ppt_x"/>
                          </p:val>
                        </p:tav>
                      </p:tavLst>
                    </p:anim>
                    <p:anim calcmode="lin" valueType="num">
                      <p:cBhvr>
                        <p:cTn dur="1000" fill="hold"/>
                        <p:tgtEl>
                          <p:spTgt spid="13"/>
                        </p:tgtEl>
                        <p:attrNameLst>
                          <p:attrName>ppt_y</p:attrName>
                        </p:attrNameLst>
                      </p:cBhvr>
                      <p:tavLst>
                        <p:tav tm="0">
                          <p:val>
                            <p:strVal val="#ppt_y+.1"/>
                          </p:val>
                        </p:tav>
                        <p:tav tm="100000">
                          <p:val>
                            <p:strVal val="#ppt_y"/>
                          </p:val>
                        </p:tav>
                      </p:tavLst>
                    </p:anim>
                  </p:childTnLst>
                </p:cTn>
              </p:par>
            </p:tnLst>
          </p:tmpl>
        </p:tmplLst>
      </p:bldP>
      <p:bldP spid="15" grpId="0" build="p">
        <p:tmplLst>
          <p:tmpl lvl="1">
            <p:tnLst>
              <p:par>
                <p:cTn presetID="47"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1000"/>
                        <p:tgtEl>
                          <p:spTgt spid="15"/>
                        </p:tgtEl>
                      </p:cBhvr>
                    </p:animEffect>
                    <p:anim calcmode="lin" valueType="num">
                      <p:cBhvr>
                        <p:cTn dur="1000" fill="hold"/>
                        <p:tgtEl>
                          <p:spTgt spid="15"/>
                        </p:tgtEl>
                        <p:attrNameLst>
                          <p:attrName>ppt_x</p:attrName>
                        </p:attrNameLst>
                      </p:cBhvr>
                      <p:tavLst>
                        <p:tav tm="0">
                          <p:val>
                            <p:strVal val="#ppt_x"/>
                          </p:val>
                        </p:tav>
                        <p:tav tm="100000">
                          <p:val>
                            <p:strVal val="#ppt_x"/>
                          </p:val>
                        </p:tav>
                      </p:tavLst>
                    </p:anim>
                    <p:anim calcmode="lin" valueType="num">
                      <p:cBhvr>
                        <p:cTn dur="1000" fill="hold"/>
                        <p:tgtEl>
                          <p:spTgt spid="15"/>
                        </p:tgtEl>
                        <p:attrNameLst>
                          <p:attrName>ppt_y</p:attrName>
                        </p:attrNameLst>
                      </p:cBhvr>
                      <p:tavLst>
                        <p:tav tm="0">
                          <p:val>
                            <p:strVal val="#ppt_y-.1"/>
                          </p:val>
                        </p:tav>
                        <p:tav tm="100000">
                          <p:val>
                            <p:strVal val="#ppt_y"/>
                          </p:val>
                        </p:tav>
                      </p:tavLst>
                    </p:anim>
                  </p:childTnLst>
                </p:cTn>
              </p:par>
            </p:tnLst>
          </p:tmpl>
          <p:tmpl lvl="2">
            <p:tnLst>
              <p:par>
                <p:cTn presetID="47"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1000"/>
                        <p:tgtEl>
                          <p:spTgt spid="15"/>
                        </p:tgtEl>
                      </p:cBhvr>
                    </p:animEffect>
                    <p:anim calcmode="lin" valueType="num">
                      <p:cBhvr>
                        <p:cTn dur="1000" fill="hold"/>
                        <p:tgtEl>
                          <p:spTgt spid="15"/>
                        </p:tgtEl>
                        <p:attrNameLst>
                          <p:attrName>ppt_x</p:attrName>
                        </p:attrNameLst>
                      </p:cBhvr>
                      <p:tavLst>
                        <p:tav tm="0">
                          <p:val>
                            <p:strVal val="#ppt_x"/>
                          </p:val>
                        </p:tav>
                        <p:tav tm="100000">
                          <p:val>
                            <p:strVal val="#ppt_x"/>
                          </p:val>
                        </p:tav>
                      </p:tavLst>
                    </p:anim>
                    <p:anim calcmode="lin" valueType="num">
                      <p:cBhvr>
                        <p:cTn dur="1000" fill="hold"/>
                        <p:tgtEl>
                          <p:spTgt spid="15"/>
                        </p:tgtEl>
                        <p:attrNameLst>
                          <p:attrName>ppt_y</p:attrName>
                        </p:attrNameLst>
                      </p:cBhvr>
                      <p:tavLst>
                        <p:tav tm="0">
                          <p:val>
                            <p:strVal val="#ppt_y-.1"/>
                          </p:val>
                        </p:tav>
                        <p:tav tm="100000">
                          <p:val>
                            <p:strVal val="#ppt_y"/>
                          </p:val>
                        </p:tav>
                      </p:tavLst>
                    </p:anim>
                  </p:childTnLst>
                </p:cTn>
              </p:par>
            </p:tnLst>
          </p:tmpl>
          <p:tmpl lvl="3">
            <p:tnLst>
              <p:par>
                <p:cTn presetID="47"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1000"/>
                        <p:tgtEl>
                          <p:spTgt spid="15"/>
                        </p:tgtEl>
                      </p:cBhvr>
                    </p:animEffect>
                    <p:anim calcmode="lin" valueType="num">
                      <p:cBhvr>
                        <p:cTn dur="1000" fill="hold"/>
                        <p:tgtEl>
                          <p:spTgt spid="15"/>
                        </p:tgtEl>
                        <p:attrNameLst>
                          <p:attrName>ppt_x</p:attrName>
                        </p:attrNameLst>
                      </p:cBhvr>
                      <p:tavLst>
                        <p:tav tm="0">
                          <p:val>
                            <p:strVal val="#ppt_x"/>
                          </p:val>
                        </p:tav>
                        <p:tav tm="100000">
                          <p:val>
                            <p:strVal val="#ppt_x"/>
                          </p:val>
                        </p:tav>
                      </p:tavLst>
                    </p:anim>
                    <p:anim calcmode="lin" valueType="num">
                      <p:cBhvr>
                        <p:cTn dur="1000" fill="hold"/>
                        <p:tgtEl>
                          <p:spTgt spid="15"/>
                        </p:tgtEl>
                        <p:attrNameLst>
                          <p:attrName>ppt_y</p:attrName>
                        </p:attrNameLst>
                      </p:cBhvr>
                      <p:tavLst>
                        <p:tav tm="0">
                          <p:val>
                            <p:strVal val="#ppt_y-.1"/>
                          </p:val>
                        </p:tav>
                        <p:tav tm="100000">
                          <p:val>
                            <p:strVal val="#ppt_y"/>
                          </p:val>
                        </p:tav>
                      </p:tavLst>
                    </p:anim>
                  </p:childTnLst>
                </p:cTn>
              </p:par>
            </p:tnLst>
          </p:tmpl>
          <p:tmpl lvl="4">
            <p:tnLst>
              <p:par>
                <p:cTn presetID="47"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1000"/>
                        <p:tgtEl>
                          <p:spTgt spid="15"/>
                        </p:tgtEl>
                      </p:cBhvr>
                    </p:animEffect>
                    <p:anim calcmode="lin" valueType="num">
                      <p:cBhvr>
                        <p:cTn dur="1000" fill="hold"/>
                        <p:tgtEl>
                          <p:spTgt spid="15"/>
                        </p:tgtEl>
                        <p:attrNameLst>
                          <p:attrName>ppt_x</p:attrName>
                        </p:attrNameLst>
                      </p:cBhvr>
                      <p:tavLst>
                        <p:tav tm="0">
                          <p:val>
                            <p:strVal val="#ppt_x"/>
                          </p:val>
                        </p:tav>
                        <p:tav tm="100000">
                          <p:val>
                            <p:strVal val="#ppt_x"/>
                          </p:val>
                        </p:tav>
                      </p:tavLst>
                    </p:anim>
                    <p:anim calcmode="lin" valueType="num">
                      <p:cBhvr>
                        <p:cTn dur="1000" fill="hold"/>
                        <p:tgtEl>
                          <p:spTgt spid="15"/>
                        </p:tgtEl>
                        <p:attrNameLst>
                          <p:attrName>ppt_y</p:attrName>
                        </p:attrNameLst>
                      </p:cBhvr>
                      <p:tavLst>
                        <p:tav tm="0">
                          <p:val>
                            <p:strVal val="#ppt_y-.1"/>
                          </p:val>
                        </p:tav>
                        <p:tav tm="100000">
                          <p:val>
                            <p:strVal val="#ppt_y"/>
                          </p:val>
                        </p:tav>
                      </p:tavLst>
                    </p:anim>
                  </p:childTnLst>
                </p:cTn>
              </p:par>
            </p:tnLst>
          </p:tmpl>
          <p:tmpl lvl="5">
            <p:tnLst>
              <p:par>
                <p:cTn presetID="47"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1000"/>
                        <p:tgtEl>
                          <p:spTgt spid="15"/>
                        </p:tgtEl>
                      </p:cBhvr>
                    </p:animEffect>
                    <p:anim calcmode="lin" valueType="num">
                      <p:cBhvr>
                        <p:cTn dur="1000" fill="hold"/>
                        <p:tgtEl>
                          <p:spTgt spid="15"/>
                        </p:tgtEl>
                        <p:attrNameLst>
                          <p:attrName>ppt_x</p:attrName>
                        </p:attrNameLst>
                      </p:cBhvr>
                      <p:tavLst>
                        <p:tav tm="0">
                          <p:val>
                            <p:strVal val="#ppt_x"/>
                          </p:val>
                        </p:tav>
                        <p:tav tm="100000">
                          <p:val>
                            <p:strVal val="#ppt_x"/>
                          </p:val>
                        </p:tav>
                      </p:tavLst>
                    </p:anim>
                    <p:anim calcmode="lin" valueType="num">
                      <p:cBhvr>
                        <p:cTn dur="1000" fill="hold"/>
                        <p:tgtEl>
                          <p:spTgt spid="15"/>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u text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C933AD-E86C-A66D-40A7-256DC334F839}"/>
              </a:ext>
            </a:extLst>
          </p:cNvPr>
          <p:cNvSpPr>
            <a:spLocks noGrp="1"/>
          </p:cNvSpPr>
          <p:nvPr>
            <p:ph type="title"/>
          </p:nvPr>
        </p:nvSpPr>
        <p:spPr>
          <a:xfrm>
            <a:off x="1145795" y="681838"/>
            <a:ext cx="9900410" cy="1325563"/>
          </a:xfrm>
        </p:spPr>
        <p:txBody>
          <a:bodyPr tIns="0" bIns="0" anchor="b"/>
          <a:lstStyle>
            <a:lvl1pPr marL="0" indent="180000">
              <a:buClr>
                <a:schemeClr val="tx2"/>
              </a:buClr>
              <a:buSzPct val="50000"/>
              <a:buFont typeface="Wingdings" pitchFamily="2" charset="2"/>
              <a:buChar char="§"/>
              <a:defRPr sz="7200" baseline="11000"/>
            </a:lvl1pPr>
          </a:lstStyle>
          <a:p>
            <a:r>
              <a:rPr lang="fr-FR"/>
              <a:t>Modifiez le style du titre</a:t>
            </a:r>
          </a:p>
        </p:txBody>
      </p:sp>
      <p:sp>
        <p:nvSpPr>
          <p:cNvPr id="6" name="Espace réservé du numéro de diapositive 5">
            <a:extLst>
              <a:ext uri="{FF2B5EF4-FFF2-40B4-BE49-F238E27FC236}">
                <a16:creationId xmlns:a16="http://schemas.microsoft.com/office/drawing/2014/main" id="{8EFFD3E5-98B3-D61B-051D-B4A12F71AD4C}"/>
              </a:ext>
            </a:extLst>
          </p:cNvPr>
          <p:cNvSpPr>
            <a:spLocks noGrp="1"/>
          </p:cNvSpPr>
          <p:nvPr>
            <p:ph type="sldNum" sz="quarter" idx="11"/>
          </p:nvPr>
        </p:nvSpPr>
        <p:spPr/>
        <p:txBody>
          <a:bodyPr/>
          <a:lstStyle/>
          <a:p>
            <a:fld id="{C0BFEC7E-0323-A14C-9873-20EA857A373B}" type="slidenum">
              <a:rPr lang="fr-FR" smtClean="0"/>
              <a:pPr/>
              <a:t>‹N°›</a:t>
            </a:fld>
            <a:endParaRPr lang="fr-FR"/>
          </a:p>
        </p:txBody>
      </p:sp>
      <p:sp>
        <p:nvSpPr>
          <p:cNvPr id="15" name="Espace réservé du texte 14">
            <a:extLst>
              <a:ext uri="{FF2B5EF4-FFF2-40B4-BE49-F238E27FC236}">
                <a16:creationId xmlns:a16="http://schemas.microsoft.com/office/drawing/2014/main" id="{A148063A-6B72-751C-9C42-2EED5D4B317E}"/>
              </a:ext>
            </a:extLst>
          </p:cNvPr>
          <p:cNvSpPr>
            <a:spLocks noGrp="1"/>
          </p:cNvSpPr>
          <p:nvPr>
            <p:ph type="body" sz="quarter" idx="12"/>
          </p:nvPr>
        </p:nvSpPr>
        <p:spPr>
          <a:xfrm>
            <a:off x="1145795" y="2189963"/>
            <a:ext cx="9900410" cy="430291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4" name="Image 3" descr="Une image contenant Graphique, graphisme&#10;&#10;Description générée automatiquement">
            <a:extLst>
              <a:ext uri="{FF2B5EF4-FFF2-40B4-BE49-F238E27FC236}">
                <a16:creationId xmlns:a16="http://schemas.microsoft.com/office/drawing/2014/main" id="{19B7B1AF-C4B6-4642-F6C8-99F139170BDF}"/>
              </a:ext>
            </a:extLst>
          </p:cNvPr>
          <p:cNvPicPr>
            <a:picLocks noChangeAspect="1"/>
          </p:cNvPicPr>
          <p:nvPr userDrawn="1"/>
        </p:nvPicPr>
        <p:blipFill rotWithShape="1">
          <a:blip r:embed="rId2"/>
          <a:srcRect l="20402" t="23415"/>
          <a:stretch/>
        </p:blipFill>
        <p:spPr>
          <a:xfrm>
            <a:off x="0" y="0"/>
            <a:ext cx="2215528" cy="1669368"/>
          </a:xfrm>
          <a:prstGeom prst="rect">
            <a:avLst/>
          </a:prstGeom>
        </p:spPr>
      </p:pic>
      <p:pic>
        <p:nvPicPr>
          <p:cNvPr id="8" name="Image 7" descr="Une image contenant Graphique, graphisme, conception&#10;&#10;Description générée automatiquement">
            <a:extLst>
              <a:ext uri="{FF2B5EF4-FFF2-40B4-BE49-F238E27FC236}">
                <a16:creationId xmlns:a16="http://schemas.microsoft.com/office/drawing/2014/main" id="{0FDD2084-D37A-E8D8-672B-0A60CFF16A45}"/>
              </a:ext>
            </a:extLst>
          </p:cNvPr>
          <p:cNvPicPr>
            <a:picLocks noChangeAspect="1"/>
          </p:cNvPicPr>
          <p:nvPr userDrawn="1"/>
        </p:nvPicPr>
        <p:blipFill rotWithShape="1">
          <a:blip r:embed="rId3"/>
          <a:srcRect t="2" r="28616" b="31774"/>
          <a:stretch/>
        </p:blipFill>
        <p:spPr>
          <a:xfrm>
            <a:off x="10205098" y="5370909"/>
            <a:ext cx="1986902" cy="1487091"/>
          </a:xfrm>
          <a:prstGeom prst="rect">
            <a:avLst/>
          </a:prstGeom>
        </p:spPr>
      </p:pic>
    </p:spTree>
    <p:extLst>
      <p:ext uri="{BB962C8B-B14F-4D97-AF65-F5344CB8AC3E}">
        <p14:creationId xmlns:p14="http://schemas.microsoft.com/office/powerpoint/2010/main" val="3424423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us Textes + Photo">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C933AD-E86C-A66D-40A7-256DC334F839}"/>
              </a:ext>
            </a:extLst>
          </p:cNvPr>
          <p:cNvSpPr>
            <a:spLocks noGrp="1"/>
          </p:cNvSpPr>
          <p:nvPr>
            <p:ph type="title"/>
          </p:nvPr>
        </p:nvSpPr>
        <p:spPr>
          <a:xfrm>
            <a:off x="1145795" y="681838"/>
            <a:ext cx="9900410" cy="1325563"/>
          </a:xfrm>
        </p:spPr>
        <p:txBody>
          <a:bodyPr tIns="0" bIns="0" anchor="b"/>
          <a:lstStyle>
            <a:lvl1pPr marL="0" indent="180000">
              <a:buClr>
                <a:schemeClr val="tx2"/>
              </a:buClr>
              <a:buSzPct val="50000"/>
              <a:buFont typeface="Wingdings" pitchFamily="2" charset="2"/>
              <a:buChar char="§"/>
              <a:defRPr sz="7200" baseline="11000"/>
            </a:lvl1pPr>
          </a:lstStyle>
          <a:p>
            <a:r>
              <a:rPr lang="fr-FR"/>
              <a:t>Modifiez le style du titre</a:t>
            </a:r>
          </a:p>
        </p:txBody>
      </p:sp>
      <p:sp>
        <p:nvSpPr>
          <p:cNvPr id="6" name="Espace réservé du numéro de diapositive 5">
            <a:extLst>
              <a:ext uri="{FF2B5EF4-FFF2-40B4-BE49-F238E27FC236}">
                <a16:creationId xmlns:a16="http://schemas.microsoft.com/office/drawing/2014/main" id="{8EFFD3E5-98B3-D61B-051D-B4A12F71AD4C}"/>
              </a:ext>
            </a:extLst>
          </p:cNvPr>
          <p:cNvSpPr>
            <a:spLocks noGrp="1"/>
          </p:cNvSpPr>
          <p:nvPr>
            <p:ph type="sldNum" sz="quarter" idx="11"/>
          </p:nvPr>
        </p:nvSpPr>
        <p:spPr/>
        <p:txBody>
          <a:bodyPr/>
          <a:lstStyle/>
          <a:p>
            <a:fld id="{C0BFEC7E-0323-A14C-9873-20EA857A373B}" type="slidenum">
              <a:rPr lang="fr-FR" smtClean="0"/>
              <a:pPr/>
              <a:t>‹N°›</a:t>
            </a:fld>
            <a:endParaRPr lang="fr-FR"/>
          </a:p>
        </p:txBody>
      </p:sp>
      <p:sp>
        <p:nvSpPr>
          <p:cNvPr id="15" name="Espace réservé du texte 14">
            <a:extLst>
              <a:ext uri="{FF2B5EF4-FFF2-40B4-BE49-F238E27FC236}">
                <a16:creationId xmlns:a16="http://schemas.microsoft.com/office/drawing/2014/main" id="{A148063A-6B72-751C-9C42-2EED5D4B317E}"/>
              </a:ext>
            </a:extLst>
          </p:cNvPr>
          <p:cNvSpPr>
            <a:spLocks noGrp="1"/>
          </p:cNvSpPr>
          <p:nvPr>
            <p:ph type="body" sz="quarter" idx="12"/>
          </p:nvPr>
        </p:nvSpPr>
        <p:spPr>
          <a:xfrm>
            <a:off x="1145795" y="2189963"/>
            <a:ext cx="4022971" cy="430291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4" name="Image 3" descr="Une image contenant Graphique, graphisme&#10;&#10;Description générée automatiquement">
            <a:extLst>
              <a:ext uri="{FF2B5EF4-FFF2-40B4-BE49-F238E27FC236}">
                <a16:creationId xmlns:a16="http://schemas.microsoft.com/office/drawing/2014/main" id="{19B7B1AF-C4B6-4642-F6C8-99F139170BDF}"/>
              </a:ext>
            </a:extLst>
          </p:cNvPr>
          <p:cNvPicPr>
            <a:picLocks noChangeAspect="1"/>
          </p:cNvPicPr>
          <p:nvPr userDrawn="1"/>
        </p:nvPicPr>
        <p:blipFill rotWithShape="1">
          <a:blip r:embed="rId2"/>
          <a:srcRect l="20402" t="23415"/>
          <a:stretch/>
        </p:blipFill>
        <p:spPr>
          <a:xfrm>
            <a:off x="0" y="0"/>
            <a:ext cx="2215528" cy="1669368"/>
          </a:xfrm>
          <a:prstGeom prst="rect">
            <a:avLst/>
          </a:prstGeom>
        </p:spPr>
      </p:pic>
      <p:pic>
        <p:nvPicPr>
          <p:cNvPr id="8" name="Image 7" descr="Une image contenant Graphique, graphisme, conception&#10;&#10;Description générée automatiquement">
            <a:extLst>
              <a:ext uri="{FF2B5EF4-FFF2-40B4-BE49-F238E27FC236}">
                <a16:creationId xmlns:a16="http://schemas.microsoft.com/office/drawing/2014/main" id="{0FDD2084-D37A-E8D8-672B-0A60CFF16A45}"/>
              </a:ext>
            </a:extLst>
          </p:cNvPr>
          <p:cNvPicPr>
            <a:picLocks noChangeAspect="1"/>
          </p:cNvPicPr>
          <p:nvPr userDrawn="1"/>
        </p:nvPicPr>
        <p:blipFill rotWithShape="1">
          <a:blip r:embed="rId3"/>
          <a:srcRect t="2" r="28616" b="31774"/>
          <a:stretch/>
        </p:blipFill>
        <p:spPr>
          <a:xfrm>
            <a:off x="10205098" y="5370909"/>
            <a:ext cx="1986902" cy="1487091"/>
          </a:xfrm>
          <a:prstGeom prst="rect">
            <a:avLst/>
          </a:prstGeom>
        </p:spPr>
      </p:pic>
      <p:sp>
        <p:nvSpPr>
          <p:cNvPr id="5" name="Espace réservé pour une image  4">
            <a:extLst>
              <a:ext uri="{FF2B5EF4-FFF2-40B4-BE49-F238E27FC236}">
                <a16:creationId xmlns:a16="http://schemas.microsoft.com/office/drawing/2014/main" id="{E2005A79-5045-155B-5DBD-89D5A902D797}"/>
              </a:ext>
            </a:extLst>
          </p:cNvPr>
          <p:cNvSpPr>
            <a:spLocks noGrp="1"/>
          </p:cNvSpPr>
          <p:nvPr>
            <p:ph type="pic" sz="quarter" idx="13"/>
          </p:nvPr>
        </p:nvSpPr>
        <p:spPr>
          <a:xfrm>
            <a:off x="5697538" y="2189963"/>
            <a:ext cx="4178300" cy="4013200"/>
          </a:xfrm>
        </p:spPr>
        <p:txBody>
          <a:bodyPr anchor="ctr"/>
          <a:lstStyle>
            <a:lvl1pPr algn="ctr">
              <a:defRPr b="0">
                <a:solidFill>
                  <a:schemeClr val="bg1">
                    <a:lumMod val="50000"/>
                  </a:schemeClr>
                </a:solidFill>
              </a:defRPr>
            </a:lvl1pPr>
          </a:lstStyle>
          <a:p>
            <a:endParaRPr lang="fr-FR"/>
          </a:p>
        </p:txBody>
      </p:sp>
    </p:spTree>
    <p:extLst>
      <p:ext uri="{BB962C8B-B14F-4D97-AF65-F5344CB8AC3E}">
        <p14:creationId xmlns:p14="http://schemas.microsoft.com/office/powerpoint/2010/main" val="1724714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70FFDD-3BA7-7DFE-B383-4BAF22E7001C}"/>
              </a:ext>
            </a:extLst>
          </p:cNvPr>
          <p:cNvSpPr>
            <a:spLocks noGrp="1"/>
          </p:cNvSpPr>
          <p:nvPr>
            <p:ph type="title"/>
          </p:nvPr>
        </p:nvSpPr>
        <p:spPr>
          <a:xfrm>
            <a:off x="1145794" y="700799"/>
            <a:ext cx="9911985"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B3CF269-5869-5833-23C0-D46CAAEEF899}"/>
              </a:ext>
            </a:extLst>
          </p:cNvPr>
          <p:cNvSpPr>
            <a:spLocks noGrp="1"/>
          </p:cNvSpPr>
          <p:nvPr>
            <p:ph type="body" idx="1"/>
          </p:nvPr>
        </p:nvSpPr>
        <p:spPr>
          <a:xfrm>
            <a:off x="1145795" y="2016837"/>
            <a:ext cx="485178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615B185-845E-77AA-5783-E1B0BC74D3D7}"/>
              </a:ext>
            </a:extLst>
          </p:cNvPr>
          <p:cNvSpPr>
            <a:spLocks noGrp="1"/>
          </p:cNvSpPr>
          <p:nvPr>
            <p:ph sz="half" idx="2"/>
          </p:nvPr>
        </p:nvSpPr>
        <p:spPr>
          <a:xfrm>
            <a:off x="1145795" y="2840749"/>
            <a:ext cx="485178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D052ED9-FA31-8F78-0D3F-2FA41C71E3B3}"/>
              </a:ext>
            </a:extLst>
          </p:cNvPr>
          <p:cNvSpPr>
            <a:spLocks noGrp="1"/>
          </p:cNvSpPr>
          <p:nvPr>
            <p:ph type="body" sz="quarter" idx="3"/>
          </p:nvPr>
        </p:nvSpPr>
        <p:spPr>
          <a:xfrm>
            <a:off x="6172200" y="2016837"/>
            <a:ext cx="488557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4ADC824-1194-CB6A-1E7B-1177A07BE211}"/>
              </a:ext>
            </a:extLst>
          </p:cNvPr>
          <p:cNvSpPr>
            <a:spLocks noGrp="1"/>
          </p:cNvSpPr>
          <p:nvPr>
            <p:ph sz="quarter" idx="4"/>
          </p:nvPr>
        </p:nvSpPr>
        <p:spPr>
          <a:xfrm>
            <a:off x="6172200" y="2840749"/>
            <a:ext cx="4885579"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numéro de diapositive 7">
            <a:extLst>
              <a:ext uri="{FF2B5EF4-FFF2-40B4-BE49-F238E27FC236}">
                <a16:creationId xmlns:a16="http://schemas.microsoft.com/office/drawing/2014/main" id="{68A27BBA-54F3-22B6-8230-510F734BD337}"/>
              </a:ext>
            </a:extLst>
          </p:cNvPr>
          <p:cNvSpPr>
            <a:spLocks noGrp="1"/>
          </p:cNvSpPr>
          <p:nvPr>
            <p:ph type="sldNum" sz="quarter" idx="11"/>
          </p:nvPr>
        </p:nvSpPr>
        <p:spPr/>
        <p:txBody>
          <a:bodyPr/>
          <a:lstStyle/>
          <a:p>
            <a:fld id="{C0BFEC7E-0323-A14C-9873-20EA857A373B}" type="slidenum">
              <a:rPr lang="fr-FR" smtClean="0"/>
              <a:pPr/>
              <a:t>‹N°›</a:t>
            </a:fld>
            <a:endParaRPr lang="fr-FR"/>
          </a:p>
        </p:txBody>
      </p:sp>
    </p:spTree>
    <p:extLst>
      <p:ext uri="{BB962C8B-B14F-4D97-AF65-F5344CB8AC3E}">
        <p14:creationId xmlns:p14="http://schemas.microsoft.com/office/powerpoint/2010/main" val="2225279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288CA2-B497-E69A-3C48-372897218CE7}"/>
              </a:ext>
            </a:extLst>
          </p:cNvPr>
          <p:cNvSpPr>
            <a:spLocks noGrp="1"/>
          </p:cNvSpPr>
          <p:nvPr>
            <p:ph type="title"/>
          </p:nvPr>
        </p:nvSpPr>
        <p:spPr>
          <a:xfrm>
            <a:off x="1145795" y="681839"/>
            <a:ext cx="9911984" cy="1325563"/>
          </a:xfrm>
        </p:spPr>
        <p:txBody>
          <a:bodyPr/>
          <a:lstStyle/>
          <a:p>
            <a:r>
              <a:rPr lang="fr-FR"/>
              <a:t>Modifiez le style du titre</a:t>
            </a:r>
          </a:p>
        </p:txBody>
      </p:sp>
      <p:sp>
        <p:nvSpPr>
          <p:cNvPr id="4" name="Espace réservé du numéro de diapositive 3">
            <a:extLst>
              <a:ext uri="{FF2B5EF4-FFF2-40B4-BE49-F238E27FC236}">
                <a16:creationId xmlns:a16="http://schemas.microsoft.com/office/drawing/2014/main" id="{6A89B17F-92CE-D9E9-D567-E39A8F52DAF0}"/>
              </a:ext>
            </a:extLst>
          </p:cNvPr>
          <p:cNvSpPr>
            <a:spLocks noGrp="1"/>
          </p:cNvSpPr>
          <p:nvPr>
            <p:ph type="sldNum" sz="quarter" idx="11"/>
          </p:nvPr>
        </p:nvSpPr>
        <p:spPr/>
        <p:txBody>
          <a:bodyPr/>
          <a:lstStyle/>
          <a:p>
            <a:fld id="{C0BFEC7E-0323-A14C-9873-20EA857A373B}" type="slidenum">
              <a:rPr lang="fr-FR" smtClean="0"/>
              <a:pPr/>
              <a:t>‹N°›</a:t>
            </a:fld>
            <a:endParaRPr lang="fr-FR"/>
          </a:p>
        </p:txBody>
      </p:sp>
    </p:spTree>
    <p:extLst>
      <p:ext uri="{BB962C8B-B14F-4D97-AF65-F5344CB8AC3E}">
        <p14:creationId xmlns:p14="http://schemas.microsoft.com/office/powerpoint/2010/main" val="3850317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42F4F4-D601-678E-6FE1-D49530972DD9}"/>
              </a:ext>
            </a:extLst>
          </p:cNvPr>
          <p:cNvSpPr>
            <a:spLocks noGrp="1"/>
          </p:cNvSpPr>
          <p:nvPr>
            <p:ph type="title"/>
          </p:nvPr>
        </p:nvSpPr>
        <p:spPr>
          <a:xfrm>
            <a:off x="1145795" y="681839"/>
            <a:ext cx="3626230"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A03F760-5C41-1256-8D6F-3956A921EBB6}"/>
              </a:ext>
            </a:extLst>
          </p:cNvPr>
          <p:cNvSpPr>
            <a:spLocks noGrp="1"/>
          </p:cNvSpPr>
          <p:nvPr>
            <p:ph idx="1"/>
          </p:nvPr>
        </p:nvSpPr>
        <p:spPr>
          <a:xfrm>
            <a:off x="5183188" y="1212064"/>
            <a:ext cx="587459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50F2FA9-3FFF-CAF7-BB26-6975FA2E8BA3}"/>
              </a:ext>
            </a:extLst>
          </p:cNvPr>
          <p:cNvSpPr>
            <a:spLocks noGrp="1"/>
          </p:cNvSpPr>
          <p:nvPr>
            <p:ph type="body" sz="half" idx="2"/>
          </p:nvPr>
        </p:nvSpPr>
        <p:spPr>
          <a:xfrm>
            <a:off x="1145795" y="2282039"/>
            <a:ext cx="362623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73BC4546-7333-00BF-4642-BF1F9489D0D2}"/>
              </a:ext>
            </a:extLst>
          </p:cNvPr>
          <p:cNvSpPr>
            <a:spLocks noGrp="1"/>
          </p:cNvSpPr>
          <p:nvPr>
            <p:ph type="sldNum" sz="quarter" idx="11"/>
          </p:nvPr>
        </p:nvSpPr>
        <p:spPr/>
        <p:txBody>
          <a:bodyPr/>
          <a:lstStyle/>
          <a:p>
            <a:fld id="{C0BFEC7E-0323-A14C-9873-20EA857A373B}" type="slidenum">
              <a:rPr lang="fr-FR" smtClean="0"/>
              <a:pPr/>
              <a:t>‹N°›</a:t>
            </a:fld>
            <a:endParaRPr lang="fr-FR"/>
          </a:p>
        </p:txBody>
      </p:sp>
    </p:spTree>
    <p:extLst>
      <p:ext uri="{BB962C8B-B14F-4D97-AF65-F5344CB8AC3E}">
        <p14:creationId xmlns:p14="http://schemas.microsoft.com/office/powerpoint/2010/main" val="1018322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D45CB5-6D51-E86C-0B86-CDDBCA57339E}"/>
              </a:ext>
            </a:extLst>
          </p:cNvPr>
          <p:cNvSpPr>
            <a:spLocks noGrp="1"/>
          </p:cNvSpPr>
          <p:nvPr>
            <p:ph type="title"/>
          </p:nvPr>
        </p:nvSpPr>
        <p:spPr>
          <a:xfrm>
            <a:off x="1145795" y="936004"/>
            <a:ext cx="3626230" cy="1121395"/>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C6C15B9-B884-9A41-B19D-48426A12A283}"/>
              </a:ext>
            </a:extLst>
          </p:cNvPr>
          <p:cNvSpPr>
            <a:spLocks noGrp="1"/>
          </p:cNvSpPr>
          <p:nvPr>
            <p:ph type="pic" idx="1"/>
          </p:nvPr>
        </p:nvSpPr>
        <p:spPr>
          <a:xfrm>
            <a:off x="5183188" y="987425"/>
            <a:ext cx="5874591" cy="4873625"/>
          </a:xfrm>
        </p:spPr>
        <p:txBody>
          <a:bodyPr anchor="ctr"/>
          <a:lstStyle>
            <a:lvl1pPr marL="0" indent="0" algn="ctr">
              <a:buNone/>
              <a:defRPr sz="3200" b="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EA03111-A6AF-3E4E-EFFF-E9EF52F0158C}"/>
              </a:ext>
            </a:extLst>
          </p:cNvPr>
          <p:cNvSpPr>
            <a:spLocks noGrp="1"/>
          </p:cNvSpPr>
          <p:nvPr>
            <p:ph type="body" sz="half" idx="2"/>
          </p:nvPr>
        </p:nvSpPr>
        <p:spPr>
          <a:xfrm>
            <a:off x="1145795" y="2057400"/>
            <a:ext cx="362623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6" name="Espace réservé du numéro de diapositive 5">
            <a:extLst>
              <a:ext uri="{FF2B5EF4-FFF2-40B4-BE49-F238E27FC236}">
                <a16:creationId xmlns:a16="http://schemas.microsoft.com/office/drawing/2014/main" id="{2BCEE03A-57A1-419D-ABBF-1C295D3C99B4}"/>
              </a:ext>
            </a:extLst>
          </p:cNvPr>
          <p:cNvSpPr>
            <a:spLocks noGrp="1"/>
          </p:cNvSpPr>
          <p:nvPr>
            <p:ph type="sldNum" sz="quarter" idx="11"/>
          </p:nvPr>
        </p:nvSpPr>
        <p:spPr/>
        <p:txBody>
          <a:bodyPr/>
          <a:lstStyle/>
          <a:p>
            <a:fld id="{C0BFEC7E-0323-A14C-9873-20EA857A373B}" type="slidenum">
              <a:rPr lang="fr-FR" smtClean="0"/>
              <a:pPr/>
              <a:t>‹N°›</a:t>
            </a:fld>
            <a:endParaRPr lang="fr-FR"/>
          </a:p>
        </p:txBody>
      </p:sp>
    </p:spTree>
    <p:extLst>
      <p:ext uri="{BB962C8B-B14F-4D97-AF65-F5344CB8AC3E}">
        <p14:creationId xmlns:p14="http://schemas.microsoft.com/office/powerpoint/2010/main" val="100768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1A922E-F356-2D40-5F21-341942785593}"/>
              </a:ext>
            </a:extLst>
          </p:cNvPr>
          <p:cNvSpPr>
            <a:spLocks noGrp="1"/>
          </p:cNvSpPr>
          <p:nvPr>
            <p:ph type="title"/>
          </p:nvPr>
        </p:nvSpPr>
        <p:spPr>
          <a:xfrm>
            <a:off x="1141838" y="681839"/>
            <a:ext cx="9911985" cy="1325563"/>
          </a:xfrm>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426CBB8-A106-471D-BB74-2D7D8EFE6C67}"/>
              </a:ext>
            </a:extLst>
          </p:cNvPr>
          <p:cNvSpPr>
            <a:spLocks noGrp="1"/>
          </p:cNvSpPr>
          <p:nvPr>
            <p:ph type="body" orient="vert" idx="1"/>
          </p:nvPr>
        </p:nvSpPr>
        <p:spPr>
          <a:xfrm>
            <a:off x="1145794" y="2142339"/>
            <a:ext cx="9911985" cy="43513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numéro de diapositive 4">
            <a:extLst>
              <a:ext uri="{FF2B5EF4-FFF2-40B4-BE49-F238E27FC236}">
                <a16:creationId xmlns:a16="http://schemas.microsoft.com/office/drawing/2014/main" id="{0322C528-92EA-9DD8-7182-71C3C91616AE}"/>
              </a:ext>
            </a:extLst>
          </p:cNvPr>
          <p:cNvSpPr>
            <a:spLocks noGrp="1"/>
          </p:cNvSpPr>
          <p:nvPr>
            <p:ph type="sldNum" sz="quarter" idx="11"/>
          </p:nvPr>
        </p:nvSpPr>
        <p:spPr/>
        <p:txBody>
          <a:bodyPr/>
          <a:lstStyle/>
          <a:p>
            <a:fld id="{C0BFEC7E-0323-A14C-9873-20EA857A373B}" type="slidenum">
              <a:rPr lang="fr-FR" smtClean="0"/>
              <a:pPr/>
              <a:t>‹N°›</a:t>
            </a:fld>
            <a:endParaRPr lang="fr-FR"/>
          </a:p>
        </p:txBody>
      </p:sp>
    </p:spTree>
    <p:extLst>
      <p:ext uri="{BB962C8B-B14F-4D97-AF65-F5344CB8AC3E}">
        <p14:creationId xmlns:p14="http://schemas.microsoft.com/office/powerpoint/2010/main" val="3255928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C06B898-4938-0137-9B29-F17F9B691961}"/>
              </a:ext>
            </a:extLst>
          </p:cNvPr>
          <p:cNvSpPr>
            <a:spLocks noGrp="1"/>
          </p:cNvSpPr>
          <p:nvPr>
            <p:ph type="title" orient="vert"/>
          </p:nvPr>
        </p:nvSpPr>
        <p:spPr>
          <a:xfrm>
            <a:off x="8428879" y="681839"/>
            <a:ext cx="2628900" cy="5495124"/>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6E0BD3A-A34C-9151-2227-7623BA2E2CCC}"/>
              </a:ext>
            </a:extLst>
          </p:cNvPr>
          <p:cNvSpPr>
            <a:spLocks noGrp="1"/>
          </p:cNvSpPr>
          <p:nvPr>
            <p:ph type="body" orient="vert" idx="1"/>
          </p:nvPr>
        </p:nvSpPr>
        <p:spPr>
          <a:xfrm>
            <a:off x="1134221" y="681839"/>
            <a:ext cx="7142258" cy="549512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numéro de diapositive 4">
            <a:extLst>
              <a:ext uri="{FF2B5EF4-FFF2-40B4-BE49-F238E27FC236}">
                <a16:creationId xmlns:a16="http://schemas.microsoft.com/office/drawing/2014/main" id="{231746DE-4629-D6E9-6A8B-E7D6C23A6E53}"/>
              </a:ext>
            </a:extLst>
          </p:cNvPr>
          <p:cNvSpPr>
            <a:spLocks noGrp="1"/>
          </p:cNvSpPr>
          <p:nvPr>
            <p:ph type="sldNum" sz="quarter" idx="11"/>
          </p:nvPr>
        </p:nvSpPr>
        <p:spPr/>
        <p:txBody>
          <a:bodyPr/>
          <a:lstStyle/>
          <a:p>
            <a:fld id="{C0BFEC7E-0323-A14C-9873-20EA857A373B}" type="slidenum">
              <a:rPr lang="fr-FR" smtClean="0"/>
              <a:pPr/>
              <a:t>‹N°›</a:t>
            </a:fld>
            <a:endParaRPr lang="fr-FR"/>
          </a:p>
        </p:txBody>
      </p:sp>
    </p:spTree>
    <p:extLst>
      <p:ext uri="{BB962C8B-B14F-4D97-AF65-F5344CB8AC3E}">
        <p14:creationId xmlns:p14="http://schemas.microsoft.com/office/powerpoint/2010/main" val="1259778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n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0D2164-3645-3FBD-C550-A883234AD545}"/>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9" descr="Une image contenant Police, texte, Graphique, logo&#10;&#10;Description générée automatiquement">
            <a:extLst>
              <a:ext uri="{FF2B5EF4-FFF2-40B4-BE49-F238E27FC236}">
                <a16:creationId xmlns:a16="http://schemas.microsoft.com/office/drawing/2014/main" id="{B98D8C51-C1CF-E2B8-9608-B54D0F250F4F}"/>
              </a:ext>
            </a:extLst>
          </p:cNvPr>
          <p:cNvPicPr>
            <a:picLocks noChangeAspect="1"/>
          </p:cNvPicPr>
          <p:nvPr userDrawn="1"/>
        </p:nvPicPr>
        <p:blipFill>
          <a:blip r:embed="rId2"/>
          <a:stretch>
            <a:fillRect/>
          </a:stretch>
        </p:blipFill>
        <p:spPr>
          <a:xfrm>
            <a:off x="2209800" y="1192434"/>
            <a:ext cx="7772400" cy="4473131"/>
          </a:xfrm>
          <a:prstGeom prst="rect">
            <a:avLst/>
          </a:prstGeom>
        </p:spPr>
      </p:pic>
    </p:spTree>
    <p:extLst>
      <p:ext uri="{BB962C8B-B14F-4D97-AF65-F5344CB8AC3E}">
        <p14:creationId xmlns:p14="http://schemas.microsoft.com/office/powerpoint/2010/main" val="424479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i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0D2164-3645-3FBD-C550-A883234AD545}"/>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Image 1">
            <a:extLst>
              <a:ext uri="{FF2B5EF4-FFF2-40B4-BE49-F238E27FC236}">
                <a16:creationId xmlns:a16="http://schemas.microsoft.com/office/drawing/2014/main" id="{700F210D-0A3F-45E0-B678-6462DFF2B6D5}"/>
              </a:ext>
            </a:extLst>
          </p:cNvPr>
          <p:cNvPicPr>
            <a:picLocks noChangeAspect="1"/>
          </p:cNvPicPr>
          <p:nvPr userDrawn="1"/>
        </p:nvPicPr>
        <p:blipFill>
          <a:blip r:embed="rId2"/>
          <a:srcRect/>
          <a:stretch/>
        </p:blipFill>
        <p:spPr>
          <a:xfrm>
            <a:off x="2209801" y="1192434"/>
            <a:ext cx="7772398" cy="4473131"/>
          </a:xfrm>
          <a:prstGeom prst="rect">
            <a:avLst/>
          </a:prstGeom>
        </p:spPr>
      </p:pic>
    </p:spTree>
    <p:extLst>
      <p:ext uri="{BB962C8B-B14F-4D97-AF65-F5344CB8AC3E}">
        <p14:creationId xmlns:p14="http://schemas.microsoft.com/office/powerpoint/2010/main" val="3930610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in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0D2164-3645-3FBD-C550-A883234AD545}"/>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9" descr="Une image contenant Police, texte, Graphique, logo&#10;&#10;Description générée automatiquement">
            <a:extLst>
              <a:ext uri="{FF2B5EF4-FFF2-40B4-BE49-F238E27FC236}">
                <a16:creationId xmlns:a16="http://schemas.microsoft.com/office/drawing/2014/main" id="{B98D8C51-C1CF-E2B8-9608-B54D0F250F4F}"/>
              </a:ext>
            </a:extLst>
          </p:cNvPr>
          <p:cNvPicPr>
            <a:picLocks noChangeAspect="1"/>
          </p:cNvPicPr>
          <p:nvPr userDrawn="1"/>
        </p:nvPicPr>
        <p:blipFill>
          <a:blip r:embed="rId2"/>
          <a:stretch>
            <a:fillRect/>
          </a:stretch>
        </p:blipFill>
        <p:spPr>
          <a:xfrm>
            <a:off x="2209800" y="1192434"/>
            <a:ext cx="7772400" cy="4473131"/>
          </a:xfrm>
          <a:prstGeom prst="rect">
            <a:avLst/>
          </a:prstGeom>
        </p:spPr>
      </p:pic>
    </p:spTree>
    <p:extLst>
      <p:ext uri="{BB962C8B-B14F-4D97-AF65-F5344CB8AC3E}">
        <p14:creationId xmlns:p14="http://schemas.microsoft.com/office/powerpoint/2010/main" val="2572780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 6" descr="Une image contenant Graphique, graphisme&#10;&#10;Description générée automatiquement">
            <a:extLst>
              <a:ext uri="{FF2B5EF4-FFF2-40B4-BE49-F238E27FC236}">
                <a16:creationId xmlns:a16="http://schemas.microsoft.com/office/drawing/2014/main" id="{1DBCA366-6699-3AB2-1B0E-849A385A6C4F}"/>
              </a:ext>
            </a:extLst>
          </p:cNvPr>
          <p:cNvPicPr>
            <a:picLocks noChangeAspect="1"/>
          </p:cNvPicPr>
          <p:nvPr userDrawn="1"/>
        </p:nvPicPr>
        <p:blipFill rotWithShape="1">
          <a:blip r:embed="rId17"/>
          <a:srcRect l="20402" t="23415"/>
          <a:stretch/>
        </p:blipFill>
        <p:spPr>
          <a:xfrm>
            <a:off x="0" y="0"/>
            <a:ext cx="2215528" cy="1669368"/>
          </a:xfrm>
          <a:prstGeom prst="rect">
            <a:avLst/>
          </a:prstGeom>
        </p:spPr>
      </p:pic>
      <p:pic>
        <p:nvPicPr>
          <p:cNvPr id="8" name="Image 7" descr="Une image contenant Graphique, graphisme, conception&#10;&#10;Description générée automatiquement">
            <a:extLst>
              <a:ext uri="{FF2B5EF4-FFF2-40B4-BE49-F238E27FC236}">
                <a16:creationId xmlns:a16="http://schemas.microsoft.com/office/drawing/2014/main" id="{BBAE1ADB-E506-F123-D6C5-AA70E6BF8C8C}"/>
              </a:ext>
            </a:extLst>
          </p:cNvPr>
          <p:cNvPicPr>
            <a:picLocks noChangeAspect="1"/>
          </p:cNvPicPr>
          <p:nvPr userDrawn="1"/>
        </p:nvPicPr>
        <p:blipFill rotWithShape="1">
          <a:blip r:embed="rId18"/>
          <a:srcRect t="2" r="28616" b="31774"/>
          <a:stretch/>
        </p:blipFill>
        <p:spPr>
          <a:xfrm>
            <a:off x="10205098" y="5370909"/>
            <a:ext cx="1986902" cy="1487091"/>
          </a:xfrm>
          <a:prstGeom prst="rect">
            <a:avLst/>
          </a:prstGeom>
        </p:spPr>
      </p:pic>
      <p:sp>
        <p:nvSpPr>
          <p:cNvPr id="2" name="Espace réservé du titre 1">
            <a:extLst>
              <a:ext uri="{FF2B5EF4-FFF2-40B4-BE49-F238E27FC236}">
                <a16:creationId xmlns:a16="http://schemas.microsoft.com/office/drawing/2014/main" id="{8F755001-D7E4-7EBE-4E69-ACA5B8F288BB}"/>
              </a:ext>
            </a:extLst>
          </p:cNvPr>
          <p:cNvSpPr>
            <a:spLocks noGrp="1"/>
          </p:cNvSpPr>
          <p:nvPr>
            <p:ph type="title"/>
          </p:nvPr>
        </p:nvSpPr>
        <p:spPr>
          <a:xfrm>
            <a:off x="838200" y="365125"/>
            <a:ext cx="10515600" cy="1325563"/>
          </a:xfrm>
          <a:prstGeom prst="rect">
            <a:avLst/>
          </a:prstGeom>
        </p:spPr>
        <p:txBody>
          <a:bodyPr vert="horz" lIns="0" tIns="0" rIns="0" bIns="0" rtlCol="0" anchor="b">
            <a:noAutofit/>
          </a:bodyPr>
          <a:lstStyle/>
          <a:p>
            <a:r>
              <a:rPr lang="fr-FR"/>
              <a:t>Modifiez le style du titre</a:t>
            </a:r>
          </a:p>
        </p:txBody>
      </p:sp>
      <p:sp>
        <p:nvSpPr>
          <p:cNvPr id="3" name="Espace réservé du texte 2">
            <a:extLst>
              <a:ext uri="{FF2B5EF4-FFF2-40B4-BE49-F238E27FC236}">
                <a16:creationId xmlns:a16="http://schemas.microsoft.com/office/drawing/2014/main" id="{16D28DE7-A032-0BF5-51FF-C63BE8D5121E}"/>
              </a:ext>
            </a:extLst>
          </p:cNvPr>
          <p:cNvSpPr>
            <a:spLocks noGrp="1"/>
          </p:cNvSpPr>
          <p:nvPr>
            <p:ph type="body" idx="1"/>
          </p:nvPr>
        </p:nvSpPr>
        <p:spPr>
          <a:xfrm>
            <a:off x="838200" y="1825625"/>
            <a:ext cx="10515600" cy="4351338"/>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a:p>
            <a:pPr lvl="4"/>
            <a:endParaRPr lang="fr-FR"/>
          </a:p>
        </p:txBody>
      </p:sp>
      <p:sp>
        <p:nvSpPr>
          <p:cNvPr id="6" name="Espace réservé du numéro de diapositive 5">
            <a:extLst>
              <a:ext uri="{FF2B5EF4-FFF2-40B4-BE49-F238E27FC236}">
                <a16:creationId xmlns:a16="http://schemas.microsoft.com/office/drawing/2014/main" id="{80A2D590-E5CE-591E-F03C-86274FD78DE1}"/>
              </a:ext>
            </a:extLst>
          </p:cNvPr>
          <p:cNvSpPr>
            <a:spLocks noGrp="1"/>
          </p:cNvSpPr>
          <p:nvPr>
            <p:ph type="sldNum" sz="quarter" idx="4"/>
          </p:nvPr>
        </p:nvSpPr>
        <p:spPr>
          <a:xfrm>
            <a:off x="11811896" y="6492875"/>
            <a:ext cx="380103" cy="365125"/>
          </a:xfrm>
          <a:prstGeom prst="rect">
            <a:avLst/>
          </a:prstGeom>
        </p:spPr>
        <p:txBody>
          <a:bodyPr vert="horz" lIns="0" tIns="0" rIns="0" bIns="0" rtlCol="0" anchor="ctr"/>
          <a:lstStyle>
            <a:lvl1pPr algn="l">
              <a:defRPr sz="1050" b="1">
                <a:solidFill>
                  <a:schemeClr val="tx2"/>
                </a:solidFill>
                <a:latin typeface="Neue Haas Grotesk Text Pro" panose="020B0504020202020204" pitchFamily="34" charset="77"/>
              </a:defRPr>
            </a:lvl1pPr>
          </a:lstStyle>
          <a:p>
            <a:fld id="{C0BFEC7E-0323-A14C-9873-20EA857A373B}" type="slidenum">
              <a:rPr lang="fr-FR" smtClean="0"/>
              <a:pPr/>
              <a:t>‹N°›</a:t>
            </a:fld>
            <a:endParaRPr lang="fr-FR"/>
          </a:p>
        </p:txBody>
      </p:sp>
      <p:pic>
        <p:nvPicPr>
          <p:cNvPr id="9" name="Image 8">
            <a:extLst>
              <a:ext uri="{FF2B5EF4-FFF2-40B4-BE49-F238E27FC236}">
                <a16:creationId xmlns:a16="http://schemas.microsoft.com/office/drawing/2014/main" id="{D5782BD9-D63E-C5FB-2BD3-960C37EF4E89}"/>
              </a:ext>
            </a:extLst>
          </p:cNvPr>
          <p:cNvPicPr>
            <a:picLocks noChangeAspect="1"/>
          </p:cNvPicPr>
          <p:nvPr userDrawn="1"/>
        </p:nvPicPr>
        <p:blipFill>
          <a:blip r:embed="rId19"/>
          <a:srcRect/>
          <a:stretch/>
        </p:blipFill>
        <p:spPr>
          <a:xfrm>
            <a:off x="11324397" y="6623851"/>
            <a:ext cx="368300" cy="103171"/>
          </a:xfrm>
          <a:prstGeom prst="rect">
            <a:avLst/>
          </a:prstGeom>
        </p:spPr>
      </p:pic>
    </p:spTree>
    <p:extLst>
      <p:ext uri="{BB962C8B-B14F-4D97-AF65-F5344CB8AC3E}">
        <p14:creationId xmlns:p14="http://schemas.microsoft.com/office/powerpoint/2010/main" val="218132751"/>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0" r:id="rId3"/>
    <p:sldLayoutId id="2147483651" r:id="rId4"/>
    <p:sldLayoutId id="2147483652" r:id="rId5"/>
    <p:sldLayoutId id="2147483660" r:id="rId6"/>
    <p:sldLayoutId id="2147483653" r:id="rId7"/>
    <p:sldLayoutId id="2147483654" r:id="rId8"/>
    <p:sldLayoutId id="2147483656" r:id="rId9"/>
    <p:sldLayoutId id="2147483657" r:id="rId10"/>
    <p:sldLayoutId id="2147483658" r:id="rId11"/>
    <p:sldLayoutId id="2147483659" r:id="rId12"/>
    <p:sldLayoutId id="2147483661" r:id="rId13"/>
    <p:sldLayoutId id="2147483663" r:id="rId14"/>
    <p:sldLayoutId id="2147483665" r:id="rId15"/>
  </p:sldLayoutIdLst>
  <p:hf hdr="0" ftr="0" dt="0"/>
  <p:txStyles>
    <p:titleStyle>
      <a:lvl1pPr marL="0" indent="180000" algn="l" defTabSz="914400" rtl="0" eaLnBrk="1" latinLnBrk="0" hangingPunct="1">
        <a:lnSpc>
          <a:spcPct val="90000"/>
        </a:lnSpc>
        <a:spcBef>
          <a:spcPct val="0"/>
        </a:spcBef>
        <a:buClr>
          <a:schemeClr val="tx2"/>
        </a:buClr>
        <a:buSzPct val="50000"/>
        <a:buFont typeface="Wingdings" pitchFamily="2" charset="2"/>
        <a:buChar char="§"/>
        <a:defRPr lang="fr-FR" sz="7200" b="1" i="0" kern="1200" baseline="11000" dirty="0">
          <a:solidFill>
            <a:schemeClr val="tx1"/>
          </a:solidFill>
          <a:latin typeface="Neue Haas Grotesk Text Pro" panose="020B0504020202020204" pitchFamily="34" charset="77"/>
          <a:ea typeface="+mj-ea"/>
          <a:cs typeface="+mj-cs"/>
        </a:defRPr>
      </a:lvl1pPr>
    </p:titleStyle>
    <p:bodyStyle>
      <a:lvl1pPr marL="0" indent="0" algn="l" defTabSz="914400" rtl="0" eaLnBrk="1" latinLnBrk="0" hangingPunct="1">
        <a:lnSpc>
          <a:spcPct val="100000"/>
        </a:lnSpc>
        <a:spcBef>
          <a:spcPts val="1000"/>
        </a:spcBef>
        <a:buFontTx/>
        <a:buNone/>
        <a:defRPr sz="2800" b="1" i="0" kern="1200">
          <a:solidFill>
            <a:schemeClr val="tx2"/>
          </a:solidFill>
          <a:latin typeface="Neue Haas Grotesk Text Pro" panose="020B0504020202020204" pitchFamily="34" charset="77"/>
          <a:ea typeface="+mn-ea"/>
          <a:cs typeface="+mn-cs"/>
        </a:defRPr>
      </a:lvl1pPr>
      <a:lvl2pPr marL="0" indent="0" algn="l" defTabSz="914400" rtl="0" eaLnBrk="1" latinLnBrk="0" hangingPunct="1">
        <a:lnSpc>
          <a:spcPct val="100000"/>
        </a:lnSpc>
        <a:spcBef>
          <a:spcPts val="1000"/>
        </a:spcBef>
        <a:spcAft>
          <a:spcPts val="0"/>
        </a:spcAft>
        <a:buFontTx/>
        <a:buNone/>
        <a:defRPr sz="2800" b="1" i="0" kern="1200">
          <a:solidFill>
            <a:schemeClr val="tx1"/>
          </a:solidFill>
          <a:latin typeface="Neue Haas Grotesk Text Pro" panose="020B0504020202020204" pitchFamily="34" charset="77"/>
          <a:ea typeface="+mn-ea"/>
          <a:cs typeface="+mn-cs"/>
        </a:defRPr>
      </a:lvl2pPr>
      <a:lvl3pPr marL="0" indent="0" algn="l" defTabSz="914400" rtl="0" eaLnBrk="1" latinLnBrk="0" hangingPunct="1">
        <a:lnSpc>
          <a:spcPct val="100000"/>
        </a:lnSpc>
        <a:spcBef>
          <a:spcPts val="1000"/>
        </a:spcBef>
        <a:spcAft>
          <a:spcPts val="0"/>
        </a:spcAft>
        <a:buFontTx/>
        <a:buNone/>
        <a:defRPr sz="2000" b="1" i="0" kern="1200" cap="none" baseline="0">
          <a:solidFill>
            <a:schemeClr val="bg2"/>
          </a:solidFill>
          <a:latin typeface="Neue Haas Grotesk Text Pro" panose="020B0504020202020204" pitchFamily="34" charset="77"/>
          <a:ea typeface="+mn-ea"/>
          <a:cs typeface="+mn-cs"/>
        </a:defRPr>
      </a:lvl3pPr>
      <a:lvl4pPr marL="0" indent="0" algn="l" defTabSz="914400" rtl="0" eaLnBrk="1" latinLnBrk="0" hangingPunct="1">
        <a:lnSpc>
          <a:spcPct val="100000"/>
        </a:lnSpc>
        <a:spcBef>
          <a:spcPts val="500"/>
        </a:spcBef>
        <a:spcAft>
          <a:spcPts val="0"/>
        </a:spcAft>
        <a:buFontTx/>
        <a:buNone/>
        <a:defRPr sz="1500" kern="1200" cap="all" baseline="0">
          <a:solidFill>
            <a:schemeClr val="tx2"/>
          </a:solidFill>
          <a:latin typeface="Neue Haas Grotesk Text Pro" panose="020B0504020202020204" pitchFamily="34" charset="77"/>
          <a:ea typeface="+mn-ea"/>
          <a:cs typeface="+mn-cs"/>
        </a:defRPr>
      </a:lvl4pPr>
      <a:lvl5pPr marL="0" indent="0" algn="l" defTabSz="914400" rtl="0" eaLnBrk="1" latinLnBrk="0" hangingPunct="1">
        <a:lnSpc>
          <a:spcPct val="100000"/>
        </a:lnSpc>
        <a:spcBef>
          <a:spcPts val="500"/>
        </a:spcBef>
        <a:spcAft>
          <a:spcPts val="0"/>
        </a:spcAft>
        <a:buFontTx/>
        <a:buNone/>
        <a:defRPr sz="1500" kern="1200" cap="all" baseline="0">
          <a:solidFill>
            <a:schemeClr val="tx1"/>
          </a:solidFill>
          <a:latin typeface="Neue Haas Grotesk Text Pro" panose="020B0504020202020204" pitchFamily="34" charset="77"/>
          <a:ea typeface="+mn-ea"/>
          <a:cs typeface="+mn-cs"/>
        </a:defRPr>
      </a:lvl5pPr>
      <a:lvl6pPr marL="0" indent="0" algn="l" defTabSz="914400" rtl="0" eaLnBrk="1" latinLnBrk="0" hangingPunct="1">
        <a:lnSpc>
          <a:spcPct val="100000"/>
        </a:lnSpc>
        <a:spcBef>
          <a:spcPts val="1000"/>
        </a:spcBef>
        <a:spcAft>
          <a:spcPts val="0"/>
        </a:spcAft>
        <a:buFontTx/>
        <a:buNone/>
        <a:defRPr lang="fr-FR" sz="1500" kern="1200" cap="none" baseline="0" dirty="0" smtClean="0">
          <a:solidFill>
            <a:schemeClr val="bg2"/>
          </a:solidFill>
          <a:latin typeface="Neue Haas Grotesk Text Pro" panose="020B0504020202020204" pitchFamily="34" charset="77"/>
          <a:ea typeface="+mn-ea"/>
          <a:cs typeface="+mn-cs"/>
        </a:defRPr>
      </a:lvl6pPr>
      <a:lvl7pPr marL="0" indent="0" algn="l" defTabSz="914400" rtl="0" eaLnBrk="1" latinLnBrk="0" hangingPunct="1">
        <a:lnSpc>
          <a:spcPct val="100000"/>
        </a:lnSpc>
        <a:spcBef>
          <a:spcPts val="1000"/>
        </a:spcBef>
        <a:spcAft>
          <a:spcPts val="0"/>
        </a:spcAft>
        <a:buFontTx/>
        <a:buNone/>
        <a:defRPr sz="1500" kern="1200">
          <a:solidFill>
            <a:schemeClr val="tx2"/>
          </a:solidFill>
          <a:latin typeface="Neue Haas Grotesk Text Pro" panose="020B0504020202020204" pitchFamily="34" charset="77"/>
          <a:ea typeface="+mn-ea"/>
          <a:cs typeface="+mn-cs"/>
        </a:defRPr>
      </a:lvl7pPr>
      <a:lvl8pPr marL="0" indent="0" algn="l" defTabSz="914400" rtl="0" eaLnBrk="1" latinLnBrk="0" hangingPunct="1">
        <a:lnSpc>
          <a:spcPct val="100000"/>
        </a:lnSpc>
        <a:spcBef>
          <a:spcPts val="1000"/>
        </a:spcBef>
        <a:buFontTx/>
        <a:buNone/>
        <a:defRPr sz="1500" kern="1200">
          <a:solidFill>
            <a:schemeClr val="tx1"/>
          </a:solidFill>
          <a:latin typeface="Neue Haas Grotesk Text Pro" panose="020B0504020202020204" pitchFamily="34" charset="77"/>
          <a:ea typeface="+mn-ea"/>
          <a:cs typeface="+mn-cs"/>
        </a:defRPr>
      </a:lvl8pPr>
      <a:lvl9pPr marL="0" indent="-228600" algn="l" defTabSz="914400" rtl="0" eaLnBrk="1" latinLnBrk="0" hangingPunct="1">
        <a:lnSpc>
          <a:spcPct val="90000"/>
        </a:lnSpc>
        <a:spcBef>
          <a:spcPts val="1000"/>
        </a:spcBef>
        <a:buClr>
          <a:schemeClr val="tx2"/>
        </a:buClr>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BD5842-46C7-DBB2-5135-31D2BA5E3F5B}"/>
              </a:ext>
            </a:extLst>
          </p:cNvPr>
          <p:cNvSpPr>
            <a:spLocks noGrp="1"/>
          </p:cNvSpPr>
          <p:nvPr>
            <p:ph type="ctrTitle"/>
          </p:nvPr>
        </p:nvSpPr>
        <p:spPr>
          <a:xfrm>
            <a:off x="654286" y="0"/>
            <a:ext cx="5778000" cy="1905540"/>
          </a:xfrm>
        </p:spPr>
        <p:txBody>
          <a:bodyPr/>
          <a:lstStyle/>
          <a:p>
            <a:r>
              <a:rPr lang="fr-FR"/>
              <a:t>EDI Stock-it</a:t>
            </a:r>
          </a:p>
        </p:txBody>
      </p:sp>
      <p:sp>
        <p:nvSpPr>
          <p:cNvPr id="3" name="Sous-titre 2">
            <a:extLst>
              <a:ext uri="{FF2B5EF4-FFF2-40B4-BE49-F238E27FC236}">
                <a16:creationId xmlns:a16="http://schemas.microsoft.com/office/drawing/2014/main" id="{0FDC4136-9062-6805-75F5-322065720442}"/>
              </a:ext>
            </a:extLst>
          </p:cNvPr>
          <p:cNvSpPr>
            <a:spLocks noGrp="1"/>
          </p:cNvSpPr>
          <p:nvPr>
            <p:ph type="subTitle" idx="1"/>
          </p:nvPr>
        </p:nvSpPr>
        <p:spPr>
          <a:xfrm>
            <a:off x="654286" y="1997615"/>
            <a:ext cx="5778000" cy="1655762"/>
          </a:xfrm>
        </p:spPr>
        <p:txBody>
          <a:bodyPr/>
          <a:lstStyle/>
          <a:p>
            <a:pPr lvl="3"/>
            <a:r>
              <a:rPr lang="fr-FR"/>
              <a:t>Présentation Des matrices EDI d’échange de donnée AVEC LE WMS</a:t>
            </a:r>
          </a:p>
        </p:txBody>
      </p:sp>
    </p:spTree>
    <p:extLst>
      <p:ext uri="{BB962C8B-B14F-4D97-AF65-F5344CB8AC3E}">
        <p14:creationId xmlns:p14="http://schemas.microsoft.com/office/powerpoint/2010/main" val="2083436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0852F42-C7DE-BA90-1D73-630D87EA3CBF}"/>
              </a:ext>
            </a:extLst>
          </p:cNvPr>
          <p:cNvSpPr>
            <a:spLocks noGrp="1"/>
          </p:cNvSpPr>
          <p:nvPr>
            <p:ph type="body" sz="quarter" idx="10"/>
          </p:nvPr>
        </p:nvSpPr>
        <p:spPr>
          <a:xfrm>
            <a:off x="7932419" y="0"/>
            <a:ext cx="3680461" cy="6858000"/>
          </a:xfrm>
        </p:spPr>
        <p:txBody>
          <a:bodyPr/>
          <a:lstStyle/>
          <a:p>
            <a:r>
              <a:rPr lang="fr-FR" sz="3200"/>
              <a:t>01	</a:t>
            </a:r>
            <a:r>
              <a:rPr lang="fr-FR"/>
              <a:t>Présentation générale</a:t>
            </a:r>
          </a:p>
          <a:p>
            <a:r>
              <a:rPr lang="fr-FR" sz="3200"/>
              <a:t>02</a:t>
            </a:r>
            <a:r>
              <a:rPr lang="fr-FR"/>
              <a:t>  	Présentation des matrices</a:t>
            </a:r>
          </a:p>
          <a:p>
            <a:r>
              <a:rPr lang="fr-FR" sz="3200"/>
              <a:t>03</a:t>
            </a:r>
            <a:r>
              <a:rPr lang="fr-FR"/>
              <a:t> 	Outils et usages</a:t>
            </a:r>
          </a:p>
          <a:p>
            <a:endParaRPr lang="fr-FR"/>
          </a:p>
          <a:p>
            <a:endParaRPr lang="fr-FR"/>
          </a:p>
          <a:p>
            <a:endParaRPr lang="fr-FR"/>
          </a:p>
          <a:p>
            <a:endParaRPr lang="fr-FR"/>
          </a:p>
          <a:p>
            <a:endParaRPr lang="fr-FR"/>
          </a:p>
        </p:txBody>
      </p:sp>
    </p:spTree>
    <p:extLst>
      <p:ext uri="{BB962C8B-B14F-4D97-AF65-F5344CB8AC3E}">
        <p14:creationId xmlns:p14="http://schemas.microsoft.com/office/powerpoint/2010/main" val="1039069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D0993EA-2E38-D0AC-5060-6BFC2D9F39ED}"/>
              </a:ext>
            </a:extLst>
          </p:cNvPr>
          <p:cNvSpPr>
            <a:spLocks noGrp="1"/>
          </p:cNvSpPr>
          <p:nvPr>
            <p:ph type="body" sz="quarter" idx="10"/>
          </p:nvPr>
        </p:nvSpPr>
        <p:spPr>
          <a:xfrm>
            <a:off x="-239843" y="5715"/>
            <a:ext cx="2176358" cy="6852285"/>
          </a:xfrm>
        </p:spPr>
        <p:txBody>
          <a:bodyPr/>
          <a:lstStyle/>
          <a:p>
            <a:r>
              <a:rPr lang="fr-FR"/>
              <a:t>01</a:t>
            </a:r>
          </a:p>
        </p:txBody>
      </p:sp>
      <p:sp>
        <p:nvSpPr>
          <p:cNvPr id="3" name="Espace réservé du texte 2">
            <a:extLst>
              <a:ext uri="{FF2B5EF4-FFF2-40B4-BE49-F238E27FC236}">
                <a16:creationId xmlns:a16="http://schemas.microsoft.com/office/drawing/2014/main" id="{703692D6-01E2-AEAF-BCED-2DC3E9B2EBA7}"/>
              </a:ext>
            </a:extLst>
          </p:cNvPr>
          <p:cNvSpPr>
            <a:spLocks noGrp="1"/>
          </p:cNvSpPr>
          <p:nvPr>
            <p:ph type="body" sz="quarter" idx="11"/>
          </p:nvPr>
        </p:nvSpPr>
        <p:spPr>
          <a:xfrm>
            <a:off x="2267985" y="-1"/>
            <a:ext cx="4697730" cy="6852285"/>
          </a:xfrm>
        </p:spPr>
        <p:txBody>
          <a:bodyPr/>
          <a:lstStyle/>
          <a:p>
            <a:r>
              <a:rPr lang="fr-FR"/>
              <a:t>Présentation générale</a:t>
            </a:r>
          </a:p>
        </p:txBody>
      </p:sp>
      <p:sp>
        <p:nvSpPr>
          <p:cNvPr id="4" name="Espace réservé du numéro de diapositive 3">
            <a:extLst>
              <a:ext uri="{FF2B5EF4-FFF2-40B4-BE49-F238E27FC236}">
                <a16:creationId xmlns:a16="http://schemas.microsoft.com/office/drawing/2014/main" id="{5B41C716-DC78-D61C-127F-5B637D052A76}"/>
              </a:ext>
            </a:extLst>
          </p:cNvPr>
          <p:cNvSpPr>
            <a:spLocks noGrp="1"/>
          </p:cNvSpPr>
          <p:nvPr>
            <p:ph type="sldNum" sz="quarter" idx="13"/>
          </p:nvPr>
        </p:nvSpPr>
        <p:spPr>
          <a:xfrm>
            <a:off x="11811896" y="6492875"/>
            <a:ext cx="380103" cy="365125"/>
          </a:xfrm>
        </p:spPr>
        <p:txBody>
          <a:bodyPr/>
          <a:lstStyle/>
          <a:p>
            <a:fld id="{C0BFEC7E-0323-A14C-9873-20EA857A373B}" type="slidenum">
              <a:rPr lang="fr-FR" smtClean="0"/>
              <a:pPr/>
              <a:t>3</a:t>
            </a:fld>
            <a:endParaRPr lang="fr-FR"/>
          </a:p>
        </p:txBody>
      </p:sp>
    </p:spTree>
    <p:extLst>
      <p:ext uri="{BB962C8B-B14F-4D97-AF65-F5344CB8AC3E}">
        <p14:creationId xmlns:p14="http://schemas.microsoft.com/office/powerpoint/2010/main" val="3069040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9D80D-E74D-7A19-4469-C1096F7FA76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F50F43-007B-827E-0DC5-5FAE275696A2}"/>
              </a:ext>
            </a:extLst>
          </p:cNvPr>
          <p:cNvSpPr>
            <a:spLocks noGrp="1"/>
          </p:cNvSpPr>
          <p:nvPr>
            <p:ph type="title"/>
          </p:nvPr>
        </p:nvSpPr>
        <p:spPr>
          <a:xfrm>
            <a:off x="1145795" y="681839"/>
            <a:ext cx="9900410" cy="802930"/>
          </a:xfrm>
        </p:spPr>
        <p:txBody>
          <a:bodyPr/>
          <a:lstStyle/>
          <a:p>
            <a:r>
              <a:rPr lang="fr-FR">
                <a:solidFill>
                  <a:schemeClr val="tx2"/>
                </a:solidFill>
              </a:rPr>
              <a:t>Présentation générale</a:t>
            </a:r>
          </a:p>
        </p:txBody>
      </p:sp>
      <p:sp>
        <p:nvSpPr>
          <p:cNvPr id="3" name="Espace réservé du numéro de diapositive 2">
            <a:extLst>
              <a:ext uri="{FF2B5EF4-FFF2-40B4-BE49-F238E27FC236}">
                <a16:creationId xmlns:a16="http://schemas.microsoft.com/office/drawing/2014/main" id="{B68851B9-4D91-F544-2D9F-F6D50882386D}"/>
              </a:ext>
            </a:extLst>
          </p:cNvPr>
          <p:cNvSpPr>
            <a:spLocks noGrp="1"/>
          </p:cNvSpPr>
          <p:nvPr>
            <p:ph type="sldNum" sz="quarter" idx="11"/>
          </p:nvPr>
        </p:nvSpPr>
        <p:spPr>
          <a:xfrm>
            <a:off x="11811896" y="6492875"/>
            <a:ext cx="380103" cy="365125"/>
          </a:xfrm>
        </p:spPr>
        <p:txBody>
          <a:bodyPr/>
          <a:lstStyle/>
          <a:p>
            <a:fld id="{C0BFEC7E-0323-A14C-9873-20EA857A373B}" type="slidenum">
              <a:rPr lang="fr-FR" smtClean="0"/>
              <a:pPr/>
              <a:t>4</a:t>
            </a:fld>
            <a:endParaRPr lang="fr-FR"/>
          </a:p>
        </p:txBody>
      </p:sp>
      <p:sp>
        <p:nvSpPr>
          <p:cNvPr id="6" name="Espace réservé du texte 5">
            <a:extLst>
              <a:ext uri="{FF2B5EF4-FFF2-40B4-BE49-F238E27FC236}">
                <a16:creationId xmlns:a16="http://schemas.microsoft.com/office/drawing/2014/main" id="{E5BA4EE3-0EF2-1C47-E5FB-EF6DB7C9764D}"/>
              </a:ext>
            </a:extLst>
          </p:cNvPr>
          <p:cNvSpPr>
            <a:spLocks noGrp="1"/>
          </p:cNvSpPr>
          <p:nvPr>
            <p:ph type="body" sz="quarter" idx="12"/>
          </p:nvPr>
        </p:nvSpPr>
        <p:spPr>
          <a:xfrm>
            <a:off x="1145795" y="1747319"/>
            <a:ext cx="9900410" cy="4745556"/>
          </a:xfrm>
        </p:spPr>
        <p:txBody>
          <a:bodyPr/>
          <a:lstStyle/>
          <a:p>
            <a:pPr marL="342900" indent="-342900">
              <a:buFont typeface="Arial" panose="020B0604020202020204" pitchFamily="34" charset="0"/>
              <a:buChar char="•"/>
            </a:pPr>
            <a:r>
              <a:rPr lang="fr-FR" sz="1600">
                <a:solidFill>
                  <a:schemeClr val="bg2"/>
                </a:solidFill>
              </a:rPr>
              <a:t>Les matrices EDI Stock-It permettent l'échange de données vers et depuis le WMS.</a:t>
            </a:r>
          </a:p>
          <a:p>
            <a:pPr marL="342900" indent="-342900">
              <a:buFont typeface="Arial" panose="020B0604020202020204" pitchFamily="34" charset="0"/>
              <a:buChar char="•"/>
            </a:pPr>
            <a:r>
              <a:rPr lang="fr-FR" sz="1600">
                <a:solidFill>
                  <a:schemeClr val="bg2"/>
                </a:solidFill>
              </a:rPr>
              <a:t>Les fichiers échangés sont des fichiers texte structurés différemment selon le type de données : produits, mouvement de stock, nomenclatures, etc. Nous utilisons une convention de nommage de fichier pour en identifier le type.</a:t>
            </a:r>
          </a:p>
          <a:p>
            <a:pPr marL="342900" indent="-342900">
              <a:buFont typeface="Arial" panose="020B0604020202020204" pitchFamily="34" charset="0"/>
              <a:buChar char="•"/>
            </a:pPr>
            <a:r>
              <a:rPr lang="fr-FR" sz="1600">
                <a:solidFill>
                  <a:schemeClr val="bg2"/>
                </a:solidFill>
              </a:rPr>
              <a:t>L'intégration de ces fichiers se fait grâce à notre application que nous appelons </a:t>
            </a:r>
            <a:r>
              <a:rPr lang="fr-FR" sz="1600" err="1">
                <a:solidFill>
                  <a:schemeClr val="bg2"/>
                </a:solidFill>
              </a:rPr>
              <a:t>EdiWorker</a:t>
            </a:r>
            <a:r>
              <a:rPr lang="fr-FR" sz="1600">
                <a:solidFill>
                  <a:schemeClr val="bg2"/>
                </a:solidFill>
              </a:rPr>
              <a:t> ou Console EDI, qui scrute des dossiers sur le serveur où est installé le WMS (SAAS ou Auto –Hébergé).</a:t>
            </a:r>
          </a:p>
          <a:p>
            <a:pPr marL="342900" indent="-342900">
              <a:buFont typeface="Arial" panose="020B0604020202020204" pitchFamily="34" charset="0"/>
              <a:buChar char="•"/>
            </a:pPr>
            <a:r>
              <a:rPr lang="fr-FR" sz="1600">
                <a:solidFill>
                  <a:schemeClr val="bg2"/>
                </a:solidFill>
              </a:rPr>
              <a:t>L'échange de ces fichiers se fait habituellement via un serveur d'échange de type FTP ou SFTP. Stock-it dispose de ces deux types de serveur, et leur usage est inclus pour nos clients SAAS.</a:t>
            </a:r>
          </a:p>
          <a:p>
            <a:pPr marL="342900" indent="-342900">
              <a:buFont typeface="Arial" panose="020B0604020202020204" pitchFamily="34" charset="0"/>
              <a:buChar char="•"/>
            </a:pPr>
            <a:r>
              <a:rPr lang="fr-FR" sz="1600">
                <a:solidFill>
                  <a:schemeClr val="bg2"/>
                </a:solidFill>
              </a:rPr>
              <a:t>Nous sommes en mesure de mettre en place des programmes de traduction qui nous permettent de passer d'un format différent (EDIFACT, SAP, Excel...) vers le format de nos matrices, ce qui nécessite analyse et développement.</a:t>
            </a:r>
          </a:p>
          <a:p>
            <a:pPr marL="285750" indent="-285750">
              <a:buFont typeface="Arial" panose="020B0604020202020204" pitchFamily="34" charset="0"/>
              <a:buChar char="•"/>
            </a:pPr>
            <a:r>
              <a:rPr lang="fr-FR" sz="1600">
                <a:solidFill>
                  <a:schemeClr val="bg2"/>
                </a:solidFill>
              </a:rPr>
              <a:t>La mise en place d'un EDI implique dans tous les cas un travail de mapping des données et la mise en place d'un paramétrage de « profil EDI » qui englobe les règles de gestion logistique. </a:t>
            </a:r>
          </a:p>
          <a:p>
            <a:pPr marL="285750" indent="-285750">
              <a:buFont typeface="Arial" panose="020B0604020202020204" pitchFamily="34" charset="0"/>
              <a:buChar char="•"/>
            </a:pPr>
            <a:r>
              <a:rPr lang="fr-FR" sz="1600">
                <a:solidFill>
                  <a:schemeClr val="bg2"/>
                </a:solidFill>
              </a:rPr>
              <a:t>La mise en place d'un EDI peut également impliquer des développements « périphérique » selon les demandes.</a:t>
            </a:r>
          </a:p>
        </p:txBody>
      </p:sp>
    </p:spTree>
    <p:extLst>
      <p:ext uri="{BB962C8B-B14F-4D97-AF65-F5344CB8AC3E}">
        <p14:creationId xmlns:p14="http://schemas.microsoft.com/office/powerpoint/2010/main" val="4162943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3F765-429D-E619-E795-33B806957705}"/>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BF31C4E-5220-7DAE-D8CB-BBCD83D0881F}"/>
              </a:ext>
            </a:extLst>
          </p:cNvPr>
          <p:cNvSpPr>
            <a:spLocks noGrp="1"/>
          </p:cNvSpPr>
          <p:nvPr>
            <p:ph type="body" sz="quarter" idx="10"/>
          </p:nvPr>
        </p:nvSpPr>
        <p:spPr>
          <a:xfrm>
            <a:off x="-239843" y="5715"/>
            <a:ext cx="2176358" cy="6852285"/>
          </a:xfrm>
        </p:spPr>
        <p:txBody>
          <a:bodyPr/>
          <a:lstStyle/>
          <a:p>
            <a:r>
              <a:rPr lang="fr-FR"/>
              <a:t>02</a:t>
            </a:r>
          </a:p>
        </p:txBody>
      </p:sp>
      <p:sp>
        <p:nvSpPr>
          <p:cNvPr id="3" name="Espace réservé du texte 2">
            <a:extLst>
              <a:ext uri="{FF2B5EF4-FFF2-40B4-BE49-F238E27FC236}">
                <a16:creationId xmlns:a16="http://schemas.microsoft.com/office/drawing/2014/main" id="{A3333244-FF78-A1FC-1C5C-020EAEEE1AAC}"/>
              </a:ext>
            </a:extLst>
          </p:cNvPr>
          <p:cNvSpPr>
            <a:spLocks noGrp="1"/>
          </p:cNvSpPr>
          <p:nvPr>
            <p:ph type="body" sz="quarter" idx="11"/>
          </p:nvPr>
        </p:nvSpPr>
        <p:spPr>
          <a:xfrm>
            <a:off x="2267985" y="-1"/>
            <a:ext cx="4697730" cy="6852285"/>
          </a:xfrm>
        </p:spPr>
        <p:txBody>
          <a:bodyPr/>
          <a:lstStyle/>
          <a:p>
            <a:r>
              <a:rPr lang="fr-FR"/>
              <a:t>Présentation des matrices</a:t>
            </a:r>
          </a:p>
        </p:txBody>
      </p:sp>
      <p:sp>
        <p:nvSpPr>
          <p:cNvPr id="4" name="Espace réservé du numéro de diapositive 3">
            <a:extLst>
              <a:ext uri="{FF2B5EF4-FFF2-40B4-BE49-F238E27FC236}">
                <a16:creationId xmlns:a16="http://schemas.microsoft.com/office/drawing/2014/main" id="{CBC07764-1587-8E90-25F4-B7316A772523}"/>
              </a:ext>
            </a:extLst>
          </p:cNvPr>
          <p:cNvSpPr>
            <a:spLocks noGrp="1"/>
          </p:cNvSpPr>
          <p:nvPr>
            <p:ph type="sldNum" sz="quarter" idx="13"/>
          </p:nvPr>
        </p:nvSpPr>
        <p:spPr>
          <a:xfrm>
            <a:off x="11811896" y="6492875"/>
            <a:ext cx="380103" cy="365125"/>
          </a:xfrm>
        </p:spPr>
        <p:txBody>
          <a:bodyPr/>
          <a:lstStyle/>
          <a:p>
            <a:fld id="{C0BFEC7E-0323-A14C-9873-20EA857A373B}" type="slidenum">
              <a:rPr lang="fr-FR" smtClean="0"/>
              <a:pPr/>
              <a:t>5</a:t>
            </a:fld>
            <a:endParaRPr lang="fr-FR"/>
          </a:p>
        </p:txBody>
      </p:sp>
    </p:spTree>
    <p:extLst>
      <p:ext uri="{BB962C8B-B14F-4D97-AF65-F5344CB8AC3E}">
        <p14:creationId xmlns:p14="http://schemas.microsoft.com/office/powerpoint/2010/main" val="2327966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0B19A-704B-B464-5C4E-9AB8F7185C1F}"/>
              </a:ext>
            </a:extLst>
          </p:cNvPr>
          <p:cNvSpPr>
            <a:spLocks noGrp="1"/>
          </p:cNvSpPr>
          <p:nvPr>
            <p:ph type="title"/>
          </p:nvPr>
        </p:nvSpPr>
        <p:spPr>
          <a:xfrm>
            <a:off x="1145795" y="681838"/>
            <a:ext cx="9900410" cy="1325563"/>
          </a:xfrm>
        </p:spPr>
        <p:txBody>
          <a:bodyPr/>
          <a:lstStyle/>
          <a:p>
            <a:r>
              <a:rPr lang="fr-FR"/>
              <a:t>Présentation des matrices</a:t>
            </a:r>
          </a:p>
        </p:txBody>
      </p:sp>
      <p:sp>
        <p:nvSpPr>
          <p:cNvPr id="3" name="Espace réservé du numéro de diapositive 2">
            <a:extLst>
              <a:ext uri="{FF2B5EF4-FFF2-40B4-BE49-F238E27FC236}">
                <a16:creationId xmlns:a16="http://schemas.microsoft.com/office/drawing/2014/main" id="{57C8E6B1-5690-53CD-A3A7-2BDE2746DAB2}"/>
              </a:ext>
            </a:extLst>
          </p:cNvPr>
          <p:cNvSpPr>
            <a:spLocks noGrp="1"/>
          </p:cNvSpPr>
          <p:nvPr>
            <p:ph type="sldNum" sz="quarter" idx="11"/>
          </p:nvPr>
        </p:nvSpPr>
        <p:spPr>
          <a:xfrm>
            <a:off x="11811896" y="6492875"/>
            <a:ext cx="380103" cy="365125"/>
          </a:xfrm>
        </p:spPr>
        <p:txBody>
          <a:bodyPr/>
          <a:lstStyle/>
          <a:p>
            <a:fld id="{C0BFEC7E-0323-A14C-9873-20EA857A373B}" type="slidenum">
              <a:rPr lang="fr-FR" smtClean="0"/>
              <a:pPr/>
              <a:t>6</a:t>
            </a:fld>
            <a:endParaRPr lang="fr-FR"/>
          </a:p>
        </p:txBody>
      </p:sp>
      <p:sp>
        <p:nvSpPr>
          <p:cNvPr id="10" name="Espace réservé du texte 9">
            <a:extLst>
              <a:ext uri="{FF2B5EF4-FFF2-40B4-BE49-F238E27FC236}">
                <a16:creationId xmlns:a16="http://schemas.microsoft.com/office/drawing/2014/main" id="{FA88FD01-3572-A16E-AB08-EAC4E1775692}"/>
              </a:ext>
            </a:extLst>
          </p:cNvPr>
          <p:cNvSpPr>
            <a:spLocks noGrp="1"/>
          </p:cNvSpPr>
          <p:nvPr>
            <p:ph type="body" sz="quarter" idx="12"/>
          </p:nvPr>
        </p:nvSpPr>
        <p:spPr>
          <a:xfrm>
            <a:off x="1145795" y="2189963"/>
            <a:ext cx="9900410" cy="4302912"/>
          </a:xfrm>
        </p:spPr>
        <p:txBody>
          <a:bodyPr/>
          <a:lstStyle/>
          <a:p>
            <a:r>
              <a:rPr lang="fr-FR" b="1"/>
              <a:t>Matrice Produit</a:t>
            </a:r>
          </a:p>
          <a:p>
            <a:r>
              <a:rPr lang="fr-FR" sz="1400">
                <a:solidFill>
                  <a:schemeClr val="bg2"/>
                </a:solidFill>
              </a:rPr>
              <a:t>Fichier: </a:t>
            </a:r>
            <a:r>
              <a:rPr lang="fr-FR" sz="1400" b="0">
                <a:solidFill>
                  <a:schemeClr val="bg2"/>
                </a:solidFill>
              </a:rPr>
              <a:t>Matrice_Produit_v1.0.0.0_FR.xlsx</a:t>
            </a:r>
          </a:p>
          <a:p>
            <a:pPr lvl="5"/>
            <a:r>
              <a:rPr lang="fr-FR" b="1"/>
              <a:t>Description: </a:t>
            </a:r>
            <a:r>
              <a:rPr lang="fr-FR"/>
              <a:t>Ce fichier contient des informations sur les produits. </a:t>
            </a:r>
          </a:p>
          <a:p>
            <a:pPr lvl="5"/>
            <a:r>
              <a:rPr lang="fr-FR" b="1"/>
              <a:t>Utilisation: </a:t>
            </a:r>
            <a:r>
              <a:rPr lang="fr-FR"/>
              <a:t>Par défaut uniquement utilisé vers le WMS. Dans certain cas notamment avec notre partenaire </a:t>
            </a:r>
            <a:r>
              <a:rPr lang="fr-FR" err="1"/>
              <a:t>Spacefill</a:t>
            </a:r>
            <a:r>
              <a:rPr lang="fr-FR"/>
              <a:t> nous utilisons cette matrice depuis le WMS.</a:t>
            </a:r>
          </a:p>
          <a:p>
            <a:pPr lvl="5"/>
            <a:r>
              <a:rPr lang="fr-FR" b="1"/>
              <a:t>Exemple</a:t>
            </a:r>
            <a:r>
              <a:rPr lang="fr-FR"/>
              <a:t>:</a:t>
            </a:r>
          </a:p>
          <a:p>
            <a:pPr lvl="5"/>
            <a:endParaRPr lang="fr-FR"/>
          </a:p>
          <a:p>
            <a:pPr lvl="5"/>
            <a:endParaRPr lang="fr-FR"/>
          </a:p>
          <a:p>
            <a:pPr lvl="5"/>
            <a:endParaRPr lang="fr-FR"/>
          </a:p>
        </p:txBody>
      </p:sp>
      <p:pic>
        <p:nvPicPr>
          <p:cNvPr id="5" name="Image 4">
            <a:extLst>
              <a:ext uri="{FF2B5EF4-FFF2-40B4-BE49-F238E27FC236}">
                <a16:creationId xmlns:a16="http://schemas.microsoft.com/office/drawing/2014/main" id="{1978A2E2-7FD2-FE3A-E337-459C3E52F8BF}"/>
              </a:ext>
            </a:extLst>
          </p:cNvPr>
          <p:cNvPicPr>
            <a:picLocks noChangeAspect="1"/>
          </p:cNvPicPr>
          <p:nvPr/>
        </p:nvPicPr>
        <p:blipFill>
          <a:blip r:embed="rId2"/>
          <a:stretch>
            <a:fillRect/>
          </a:stretch>
        </p:blipFill>
        <p:spPr>
          <a:xfrm>
            <a:off x="1766803" y="4341419"/>
            <a:ext cx="8658394" cy="1434692"/>
          </a:xfrm>
          <a:prstGeom prst="rect">
            <a:avLst/>
          </a:prstGeom>
        </p:spPr>
      </p:pic>
    </p:spTree>
    <p:extLst>
      <p:ext uri="{BB962C8B-B14F-4D97-AF65-F5344CB8AC3E}">
        <p14:creationId xmlns:p14="http://schemas.microsoft.com/office/powerpoint/2010/main" val="1433054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A2F06-3A42-1517-A08B-E0AFC51D019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1FF6255-6C03-A225-FBAE-344DE2D8B6DB}"/>
              </a:ext>
            </a:extLst>
          </p:cNvPr>
          <p:cNvSpPr>
            <a:spLocks noGrp="1"/>
          </p:cNvSpPr>
          <p:nvPr>
            <p:ph type="title"/>
          </p:nvPr>
        </p:nvSpPr>
        <p:spPr>
          <a:xfrm>
            <a:off x="1145795" y="681838"/>
            <a:ext cx="9900410" cy="1325563"/>
          </a:xfrm>
        </p:spPr>
        <p:txBody>
          <a:bodyPr/>
          <a:lstStyle/>
          <a:p>
            <a:r>
              <a:rPr lang="fr-FR"/>
              <a:t>Présentation des matrices</a:t>
            </a:r>
          </a:p>
        </p:txBody>
      </p:sp>
      <p:sp>
        <p:nvSpPr>
          <p:cNvPr id="3" name="Espace réservé du numéro de diapositive 2">
            <a:extLst>
              <a:ext uri="{FF2B5EF4-FFF2-40B4-BE49-F238E27FC236}">
                <a16:creationId xmlns:a16="http://schemas.microsoft.com/office/drawing/2014/main" id="{1711F5A8-2391-7488-52FF-C70EBBD5417F}"/>
              </a:ext>
            </a:extLst>
          </p:cNvPr>
          <p:cNvSpPr>
            <a:spLocks noGrp="1"/>
          </p:cNvSpPr>
          <p:nvPr>
            <p:ph type="sldNum" sz="quarter" idx="11"/>
          </p:nvPr>
        </p:nvSpPr>
        <p:spPr>
          <a:xfrm>
            <a:off x="11811896" y="6492875"/>
            <a:ext cx="380103" cy="365125"/>
          </a:xfrm>
        </p:spPr>
        <p:txBody>
          <a:bodyPr/>
          <a:lstStyle/>
          <a:p>
            <a:fld id="{C0BFEC7E-0323-A14C-9873-20EA857A373B}" type="slidenum">
              <a:rPr lang="fr-FR" smtClean="0"/>
              <a:pPr/>
              <a:t>7</a:t>
            </a:fld>
            <a:endParaRPr lang="fr-FR"/>
          </a:p>
        </p:txBody>
      </p:sp>
      <p:sp>
        <p:nvSpPr>
          <p:cNvPr id="7" name="Espace réservé du texte 9">
            <a:extLst>
              <a:ext uri="{FF2B5EF4-FFF2-40B4-BE49-F238E27FC236}">
                <a16:creationId xmlns:a16="http://schemas.microsoft.com/office/drawing/2014/main" id="{5464D10F-BCA2-22E8-9259-074F059123C8}"/>
              </a:ext>
            </a:extLst>
          </p:cNvPr>
          <p:cNvSpPr>
            <a:spLocks noGrp="1"/>
          </p:cNvSpPr>
          <p:nvPr>
            <p:ph type="body" sz="quarter" idx="12"/>
          </p:nvPr>
        </p:nvSpPr>
        <p:spPr>
          <a:xfrm>
            <a:off x="1145795" y="2189963"/>
            <a:ext cx="9900410" cy="4302912"/>
          </a:xfrm>
        </p:spPr>
        <p:txBody>
          <a:bodyPr/>
          <a:lstStyle/>
          <a:p>
            <a:r>
              <a:rPr lang="fr-FR" b="1"/>
              <a:t>Matrice Mouvement</a:t>
            </a:r>
          </a:p>
          <a:p>
            <a:r>
              <a:rPr lang="fr-FR" sz="1400">
                <a:solidFill>
                  <a:schemeClr val="bg2"/>
                </a:solidFill>
              </a:rPr>
              <a:t>Fichier: </a:t>
            </a:r>
            <a:r>
              <a:rPr lang="fr-FR" sz="1400" b="0">
                <a:solidFill>
                  <a:schemeClr val="bg2"/>
                </a:solidFill>
              </a:rPr>
              <a:t>Matrice_Mouvement_v1.0.0.0_FR.xlsx</a:t>
            </a:r>
          </a:p>
          <a:p>
            <a:pPr lvl="5"/>
            <a:r>
              <a:rPr lang="fr-FR" b="1"/>
              <a:t>Description: </a:t>
            </a:r>
            <a:r>
              <a:rPr lang="fr-FR"/>
              <a:t>Ce fichier gère les mouvements de stock. </a:t>
            </a:r>
          </a:p>
          <a:p>
            <a:pPr lvl="5"/>
            <a:r>
              <a:rPr lang="fr-FR" b="1"/>
              <a:t>Utilisation: </a:t>
            </a:r>
            <a:r>
              <a:rPr lang="fr-FR"/>
              <a:t>Il est utilisé dans les deux sens pour créer et confirmer un mouvement de stock (entrée, sortie, blocage/déblocage de marchandise)</a:t>
            </a:r>
          </a:p>
          <a:p>
            <a:pPr lvl="5"/>
            <a:r>
              <a:rPr lang="fr-FR" b="1"/>
              <a:t>Exemple</a:t>
            </a:r>
            <a:r>
              <a:rPr lang="fr-FR"/>
              <a:t>:</a:t>
            </a:r>
          </a:p>
          <a:p>
            <a:pPr lvl="5"/>
            <a:endParaRPr lang="fr-FR"/>
          </a:p>
          <a:p>
            <a:pPr lvl="5"/>
            <a:endParaRPr lang="fr-FR"/>
          </a:p>
          <a:p>
            <a:pPr lvl="5"/>
            <a:endParaRPr lang="fr-FR"/>
          </a:p>
        </p:txBody>
      </p:sp>
      <p:pic>
        <p:nvPicPr>
          <p:cNvPr id="12" name="Image 11">
            <a:extLst>
              <a:ext uri="{FF2B5EF4-FFF2-40B4-BE49-F238E27FC236}">
                <a16:creationId xmlns:a16="http://schemas.microsoft.com/office/drawing/2014/main" id="{1791BECA-2261-2298-E3AA-9A021BF7CD8D}"/>
              </a:ext>
            </a:extLst>
          </p:cNvPr>
          <p:cNvPicPr>
            <a:picLocks noChangeAspect="1"/>
          </p:cNvPicPr>
          <p:nvPr/>
        </p:nvPicPr>
        <p:blipFill>
          <a:blip r:embed="rId2"/>
          <a:stretch>
            <a:fillRect/>
          </a:stretch>
        </p:blipFill>
        <p:spPr>
          <a:xfrm>
            <a:off x="2164701" y="4157411"/>
            <a:ext cx="8002361" cy="2254473"/>
          </a:xfrm>
          <a:prstGeom prst="rect">
            <a:avLst/>
          </a:prstGeom>
        </p:spPr>
      </p:pic>
    </p:spTree>
    <p:extLst>
      <p:ext uri="{BB962C8B-B14F-4D97-AF65-F5344CB8AC3E}">
        <p14:creationId xmlns:p14="http://schemas.microsoft.com/office/powerpoint/2010/main" val="2338301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6F038-8355-7747-AC63-44863E51281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6627153-62C6-F605-4EC8-A4E2A2C4784D}"/>
              </a:ext>
            </a:extLst>
          </p:cNvPr>
          <p:cNvSpPr>
            <a:spLocks noGrp="1"/>
          </p:cNvSpPr>
          <p:nvPr>
            <p:ph type="title"/>
          </p:nvPr>
        </p:nvSpPr>
        <p:spPr>
          <a:xfrm>
            <a:off x="1145795" y="681838"/>
            <a:ext cx="9900410" cy="1325563"/>
          </a:xfrm>
        </p:spPr>
        <p:txBody>
          <a:bodyPr/>
          <a:lstStyle/>
          <a:p>
            <a:r>
              <a:rPr lang="fr-FR"/>
              <a:t>Présentation des matrices</a:t>
            </a:r>
          </a:p>
        </p:txBody>
      </p:sp>
      <p:sp>
        <p:nvSpPr>
          <p:cNvPr id="3" name="Espace réservé du numéro de diapositive 2">
            <a:extLst>
              <a:ext uri="{FF2B5EF4-FFF2-40B4-BE49-F238E27FC236}">
                <a16:creationId xmlns:a16="http://schemas.microsoft.com/office/drawing/2014/main" id="{68F44DC5-A4DD-CACB-8627-8BC0AE24BDB7}"/>
              </a:ext>
            </a:extLst>
          </p:cNvPr>
          <p:cNvSpPr>
            <a:spLocks noGrp="1"/>
          </p:cNvSpPr>
          <p:nvPr>
            <p:ph type="sldNum" sz="quarter" idx="11"/>
          </p:nvPr>
        </p:nvSpPr>
        <p:spPr>
          <a:xfrm>
            <a:off x="11811896" y="6492875"/>
            <a:ext cx="380103" cy="365125"/>
          </a:xfrm>
        </p:spPr>
        <p:txBody>
          <a:bodyPr/>
          <a:lstStyle/>
          <a:p>
            <a:fld id="{C0BFEC7E-0323-A14C-9873-20EA857A373B}" type="slidenum">
              <a:rPr lang="fr-FR" smtClean="0"/>
              <a:pPr/>
              <a:t>8</a:t>
            </a:fld>
            <a:endParaRPr lang="fr-FR"/>
          </a:p>
        </p:txBody>
      </p:sp>
      <p:sp>
        <p:nvSpPr>
          <p:cNvPr id="7" name="Espace réservé du texte 9">
            <a:extLst>
              <a:ext uri="{FF2B5EF4-FFF2-40B4-BE49-F238E27FC236}">
                <a16:creationId xmlns:a16="http://schemas.microsoft.com/office/drawing/2014/main" id="{BFF4C747-646C-A71C-0A97-FAD6E7426553}"/>
              </a:ext>
            </a:extLst>
          </p:cNvPr>
          <p:cNvSpPr>
            <a:spLocks noGrp="1"/>
          </p:cNvSpPr>
          <p:nvPr>
            <p:ph type="body" sz="quarter" idx="12"/>
          </p:nvPr>
        </p:nvSpPr>
        <p:spPr>
          <a:xfrm>
            <a:off x="1145795" y="2189963"/>
            <a:ext cx="9900410" cy="4302912"/>
          </a:xfrm>
        </p:spPr>
        <p:txBody>
          <a:bodyPr/>
          <a:lstStyle/>
          <a:p>
            <a:r>
              <a:rPr lang="fr-FR" b="1"/>
              <a:t>Matrice Tiers</a:t>
            </a:r>
          </a:p>
          <a:p>
            <a:r>
              <a:rPr lang="fr-FR" sz="1400">
                <a:solidFill>
                  <a:schemeClr val="bg2"/>
                </a:solidFill>
              </a:rPr>
              <a:t>Fichier: </a:t>
            </a:r>
            <a:r>
              <a:rPr lang="fr-FR" sz="1400" b="0">
                <a:solidFill>
                  <a:schemeClr val="bg2"/>
                </a:solidFill>
              </a:rPr>
              <a:t>Matrice_Tiers_v1.0.0.0_FR.xlsx</a:t>
            </a:r>
          </a:p>
          <a:p>
            <a:pPr lvl="5"/>
            <a:r>
              <a:rPr lang="fr-FR" b="1"/>
              <a:t>Description: </a:t>
            </a:r>
            <a:r>
              <a:rPr lang="fr-FR"/>
              <a:t>Ce fichier contient des informations sur les tiers (clients, destinataire, transporteur). </a:t>
            </a:r>
          </a:p>
          <a:p>
            <a:pPr lvl="5"/>
            <a:r>
              <a:rPr lang="fr-FR" b="1"/>
              <a:t>Utilisation: </a:t>
            </a:r>
            <a:r>
              <a:rPr lang="fr-FR"/>
              <a:t>Il est utilisé uniquement vers le WMS pour créer des tiers. Cette matrice est très peu utilisée. La création des destinataires la plus courante ce fait au travers de la matrice mouvement.</a:t>
            </a:r>
            <a:br>
              <a:rPr lang="fr-FR"/>
            </a:br>
            <a:r>
              <a:rPr lang="fr-FR" b="1"/>
              <a:t>Exemple</a:t>
            </a:r>
            <a:r>
              <a:rPr lang="fr-FR"/>
              <a:t>:</a:t>
            </a:r>
          </a:p>
          <a:p>
            <a:pPr lvl="5"/>
            <a:endParaRPr lang="fr-FR"/>
          </a:p>
          <a:p>
            <a:pPr lvl="5"/>
            <a:endParaRPr lang="fr-FR"/>
          </a:p>
          <a:p>
            <a:pPr lvl="5"/>
            <a:endParaRPr lang="fr-FR"/>
          </a:p>
        </p:txBody>
      </p:sp>
      <p:pic>
        <p:nvPicPr>
          <p:cNvPr id="5" name="Image 4">
            <a:extLst>
              <a:ext uri="{FF2B5EF4-FFF2-40B4-BE49-F238E27FC236}">
                <a16:creationId xmlns:a16="http://schemas.microsoft.com/office/drawing/2014/main" id="{54904A39-D0E5-2634-4A42-72A074C21C22}"/>
              </a:ext>
            </a:extLst>
          </p:cNvPr>
          <p:cNvPicPr>
            <a:picLocks noChangeAspect="1"/>
          </p:cNvPicPr>
          <p:nvPr/>
        </p:nvPicPr>
        <p:blipFill>
          <a:blip r:embed="rId2"/>
          <a:stretch>
            <a:fillRect/>
          </a:stretch>
        </p:blipFill>
        <p:spPr>
          <a:xfrm>
            <a:off x="1919233" y="4355691"/>
            <a:ext cx="9509817" cy="1722250"/>
          </a:xfrm>
          <a:prstGeom prst="rect">
            <a:avLst/>
          </a:prstGeom>
        </p:spPr>
      </p:pic>
    </p:spTree>
    <p:extLst>
      <p:ext uri="{BB962C8B-B14F-4D97-AF65-F5344CB8AC3E}">
        <p14:creationId xmlns:p14="http://schemas.microsoft.com/office/powerpoint/2010/main" val="4252979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7ABBD-6779-39FC-3FF6-9116261620A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CE895E0-3B73-6B6E-6C2C-002BF816F6F1}"/>
              </a:ext>
            </a:extLst>
          </p:cNvPr>
          <p:cNvSpPr>
            <a:spLocks noGrp="1"/>
          </p:cNvSpPr>
          <p:nvPr>
            <p:ph type="title"/>
          </p:nvPr>
        </p:nvSpPr>
        <p:spPr>
          <a:xfrm>
            <a:off x="1145795" y="681838"/>
            <a:ext cx="9900410" cy="1325563"/>
          </a:xfrm>
        </p:spPr>
        <p:txBody>
          <a:bodyPr/>
          <a:lstStyle/>
          <a:p>
            <a:r>
              <a:rPr lang="fr-FR"/>
              <a:t>Présentation des matrices</a:t>
            </a:r>
          </a:p>
        </p:txBody>
      </p:sp>
      <p:sp>
        <p:nvSpPr>
          <p:cNvPr id="3" name="Espace réservé du numéro de diapositive 2">
            <a:extLst>
              <a:ext uri="{FF2B5EF4-FFF2-40B4-BE49-F238E27FC236}">
                <a16:creationId xmlns:a16="http://schemas.microsoft.com/office/drawing/2014/main" id="{B06795A4-78BE-EB5A-B656-E3890C443920}"/>
              </a:ext>
            </a:extLst>
          </p:cNvPr>
          <p:cNvSpPr>
            <a:spLocks noGrp="1"/>
          </p:cNvSpPr>
          <p:nvPr>
            <p:ph type="sldNum" sz="quarter" idx="11"/>
          </p:nvPr>
        </p:nvSpPr>
        <p:spPr>
          <a:xfrm>
            <a:off x="11811896" y="6492875"/>
            <a:ext cx="380103" cy="365125"/>
          </a:xfrm>
        </p:spPr>
        <p:txBody>
          <a:bodyPr/>
          <a:lstStyle/>
          <a:p>
            <a:fld id="{C0BFEC7E-0323-A14C-9873-20EA857A373B}" type="slidenum">
              <a:rPr lang="fr-FR" smtClean="0"/>
              <a:pPr/>
              <a:t>9</a:t>
            </a:fld>
            <a:endParaRPr lang="fr-FR"/>
          </a:p>
        </p:txBody>
      </p:sp>
      <p:sp>
        <p:nvSpPr>
          <p:cNvPr id="7" name="Espace réservé du texte 9">
            <a:extLst>
              <a:ext uri="{FF2B5EF4-FFF2-40B4-BE49-F238E27FC236}">
                <a16:creationId xmlns:a16="http://schemas.microsoft.com/office/drawing/2014/main" id="{7AC6C26B-DE59-79F0-3A43-1EF1C378B06C}"/>
              </a:ext>
            </a:extLst>
          </p:cNvPr>
          <p:cNvSpPr>
            <a:spLocks noGrp="1"/>
          </p:cNvSpPr>
          <p:nvPr>
            <p:ph type="body" sz="quarter" idx="12"/>
          </p:nvPr>
        </p:nvSpPr>
        <p:spPr>
          <a:xfrm>
            <a:off x="1145795" y="2189963"/>
            <a:ext cx="9900410" cy="4302912"/>
          </a:xfrm>
        </p:spPr>
        <p:txBody>
          <a:bodyPr/>
          <a:lstStyle/>
          <a:p>
            <a:r>
              <a:rPr lang="fr-FR" b="1"/>
              <a:t>Matrice Nomenclature</a:t>
            </a:r>
          </a:p>
          <a:p>
            <a:r>
              <a:rPr lang="fr-FR" sz="1400">
                <a:solidFill>
                  <a:schemeClr val="bg2"/>
                </a:solidFill>
              </a:rPr>
              <a:t>Fichier: </a:t>
            </a:r>
            <a:r>
              <a:rPr lang="fr-FR" sz="1400" b="0">
                <a:solidFill>
                  <a:schemeClr val="bg2"/>
                </a:solidFill>
              </a:rPr>
              <a:t>Matrice_Nomenclature_v1.0.0.0_FR.xlsx</a:t>
            </a:r>
          </a:p>
          <a:p>
            <a:pPr lvl="5"/>
            <a:r>
              <a:rPr lang="fr-FR" b="1"/>
              <a:t>Description: </a:t>
            </a:r>
            <a:r>
              <a:rPr lang="fr-FR"/>
              <a:t>Ce fichier permet la création de nomenclature produit. Un produit qui regroupe plusieurs références existantes. </a:t>
            </a:r>
          </a:p>
          <a:p>
            <a:pPr lvl="5"/>
            <a:r>
              <a:rPr lang="fr-FR" b="1"/>
              <a:t>Utilisation: </a:t>
            </a:r>
            <a:r>
              <a:rPr lang="fr-FR"/>
              <a:t>Il est utilisé uniquement vers le WMS pour créer des nomenclatures, à partir des références déjà présentes dans le WMS. </a:t>
            </a:r>
            <a:br>
              <a:rPr lang="fr-FR"/>
            </a:br>
            <a:r>
              <a:rPr lang="fr-FR" b="1"/>
              <a:t>Exemple</a:t>
            </a:r>
            <a:r>
              <a:rPr lang="fr-FR"/>
              <a:t>:</a:t>
            </a:r>
          </a:p>
          <a:p>
            <a:pPr lvl="5"/>
            <a:endParaRPr lang="fr-FR"/>
          </a:p>
          <a:p>
            <a:pPr lvl="5"/>
            <a:endParaRPr lang="fr-FR"/>
          </a:p>
          <a:p>
            <a:pPr lvl="5"/>
            <a:endParaRPr lang="fr-FR"/>
          </a:p>
        </p:txBody>
      </p:sp>
      <p:pic>
        <p:nvPicPr>
          <p:cNvPr id="6" name="Image 5">
            <a:extLst>
              <a:ext uri="{FF2B5EF4-FFF2-40B4-BE49-F238E27FC236}">
                <a16:creationId xmlns:a16="http://schemas.microsoft.com/office/drawing/2014/main" id="{5B3AA276-8360-5C9E-3D6C-D548B55C5918}"/>
              </a:ext>
            </a:extLst>
          </p:cNvPr>
          <p:cNvPicPr>
            <a:picLocks noChangeAspect="1"/>
          </p:cNvPicPr>
          <p:nvPr/>
        </p:nvPicPr>
        <p:blipFill>
          <a:blip r:embed="rId2"/>
          <a:stretch>
            <a:fillRect/>
          </a:stretch>
        </p:blipFill>
        <p:spPr>
          <a:xfrm>
            <a:off x="3848289" y="4341419"/>
            <a:ext cx="3390900" cy="2057400"/>
          </a:xfrm>
          <a:prstGeom prst="rect">
            <a:avLst/>
          </a:prstGeom>
        </p:spPr>
      </p:pic>
    </p:spTree>
    <p:extLst>
      <p:ext uri="{BB962C8B-B14F-4D97-AF65-F5344CB8AC3E}">
        <p14:creationId xmlns:p14="http://schemas.microsoft.com/office/powerpoint/2010/main" val="2416665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49B7E-9855-3AE7-DC64-D3CCA485F2E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4D38F8A-47B8-AED6-BCB6-48549B6D03C2}"/>
              </a:ext>
            </a:extLst>
          </p:cNvPr>
          <p:cNvSpPr>
            <a:spLocks noGrp="1"/>
          </p:cNvSpPr>
          <p:nvPr>
            <p:ph type="title"/>
          </p:nvPr>
        </p:nvSpPr>
        <p:spPr>
          <a:xfrm>
            <a:off x="1145795" y="681838"/>
            <a:ext cx="9900410" cy="1325563"/>
          </a:xfrm>
        </p:spPr>
        <p:txBody>
          <a:bodyPr/>
          <a:lstStyle/>
          <a:p>
            <a:r>
              <a:rPr lang="fr-FR"/>
              <a:t>Présentation des matrices</a:t>
            </a:r>
          </a:p>
        </p:txBody>
      </p:sp>
      <p:sp>
        <p:nvSpPr>
          <p:cNvPr id="3" name="Espace réservé du numéro de diapositive 2">
            <a:extLst>
              <a:ext uri="{FF2B5EF4-FFF2-40B4-BE49-F238E27FC236}">
                <a16:creationId xmlns:a16="http://schemas.microsoft.com/office/drawing/2014/main" id="{06D669E0-FD25-D4C4-CB52-D3DC6249AB43}"/>
              </a:ext>
            </a:extLst>
          </p:cNvPr>
          <p:cNvSpPr>
            <a:spLocks noGrp="1"/>
          </p:cNvSpPr>
          <p:nvPr>
            <p:ph type="sldNum" sz="quarter" idx="11"/>
          </p:nvPr>
        </p:nvSpPr>
        <p:spPr>
          <a:xfrm>
            <a:off x="11811896" y="6492875"/>
            <a:ext cx="380103" cy="365125"/>
          </a:xfrm>
        </p:spPr>
        <p:txBody>
          <a:bodyPr/>
          <a:lstStyle/>
          <a:p>
            <a:fld id="{C0BFEC7E-0323-A14C-9873-20EA857A373B}" type="slidenum">
              <a:rPr lang="fr-FR" smtClean="0"/>
              <a:pPr/>
              <a:t>10</a:t>
            </a:fld>
            <a:endParaRPr lang="fr-FR"/>
          </a:p>
        </p:txBody>
      </p:sp>
      <p:sp>
        <p:nvSpPr>
          <p:cNvPr id="7" name="Espace réservé du texte 9">
            <a:extLst>
              <a:ext uri="{FF2B5EF4-FFF2-40B4-BE49-F238E27FC236}">
                <a16:creationId xmlns:a16="http://schemas.microsoft.com/office/drawing/2014/main" id="{20A0B429-13F3-A145-A1A8-9CB2A17D0AD7}"/>
              </a:ext>
            </a:extLst>
          </p:cNvPr>
          <p:cNvSpPr>
            <a:spLocks noGrp="1"/>
          </p:cNvSpPr>
          <p:nvPr>
            <p:ph type="body" sz="quarter" idx="12"/>
          </p:nvPr>
        </p:nvSpPr>
        <p:spPr>
          <a:xfrm>
            <a:off x="1145795" y="2189963"/>
            <a:ext cx="9900410" cy="4302912"/>
          </a:xfrm>
        </p:spPr>
        <p:txBody>
          <a:bodyPr/>
          <a:lstStyle/>
          <a:p>
            <a:r>
              <a:rPr lang="fr-FR" b="1"/>
              <a:t>Matrice Inventaire</a:t>
            </a:r>
          </a:p>
          <a:p>
            <a:pPr lvl="5"/>
            <a:r>
              <a:rPr lang="fr-FR" b="1"/>
              <a:t>Description: </a:t>
            </a:r>
            <a:r>
              <a:rPr lang="fr-FR"/>
              <a:t>Export de stock depuis le WMS. Nous n’avons pas de structure prédéfinie. Nous nous adaptons à la demande, mais le format de base reste un fichier de type texte séparateur de donnée pipe « | ».</a:t>
            </a:r>
          </a:p>
          <a:p>
            <a:pPr lvl="5"/>
            <a:endParaRPr lang="fr-FR"/>
          </a:p>
          <a:p>
            <a:pPr lvl="5"/>
            <a:endParaRPr lang="fr-FR"/>
          </a:p>
          <a:p>
            <a:pPr lvl="5"/>
            <a:endParaRPr lang="fr-FR"/>
          </a:p>
        </p:txBody>
      </p:sp>
    </p:spTree>
    <p:extLst>
      <p:ext uri="{BB962C8B-B14F-4D97-AF65-F5344CB8AC3E}">
        <p14:creationId xmlns:p14="http://schemas.microsoft.com/office/powerpoint/2010/main" val="1589744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63428-2222-8148-F19D-92EB99D28041}"/>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4D62510-EED5-ACF6-41F0-6CEE36C3DE6C}"/>
              </a:ext>
            </a:extLst>
          </p:cNvPr>
          <p:cNvSpPr>
            <a:spLocks noGrp="1"/>
          </p:cNvSpPr>
          <p:nvPr>
            <p:ph type="body" sz="quarter" idx="10"/>
          </p:nvPr>
        </p:nvSpPr>
        <p:spPr>
          <a:xfrm>
            <a:off x="-239843" y="5715"/>
            <a:ext cx="2176358" cy="6852285"/>
          </a:xfrm>
        </p:spPr>
        <p:txBody>
          <a:bodyPr/>
          <a:lstStyle/>
          <a:p>
            <a:r>
              <a:rPr lang="fr-FR"/>
              <a:t>03</a:t>
            </a:r>
          </a:p>
        </p:txBody>
      </p:sp>
      <p:sp>
        <p:nvSpPr>
          <p:cNvPr id="3" name="Espace réservé du texte 2">
            <a:extLst>
              <a:ext uri="{FF2B5EF4-FFF2-40B4-BE49-F238E27FC236}">
                <a16:creationId xmlns:a16="http://schemas.microsoft.com/office/drawing/2014/main" id="{042E6EF4-542D-BCDA-17FD-F9D7D9F90248}"/>
              </a:ext>
            </a:extLst>
          </p:cNvPr>
          <p:cNvSpPr>
            <a:spLocks noGrp="1"/>
          </p:cNvSpPr>
          <p:nvPr>
            <p:ph type="body" sz="quarter" idx="11"/>
          </p:nvPr>
        </p:nvSpPr>
        <p:spPr>
          <a:xfrm>
            <a:off x="2267985" y="-1"/>
            <a:ext cx="4697730" cy="6852285"/>
          </a:xfrm>
        </p:spPr>
        <p:txBody>
          <a:bodyPr/>
          <a:lstStyle/>
          <a:p>
            <a:r>
              <a:rPr lang="fr-FR"/>
              <a:t>Outils et possibilités annexes</a:t>
            </a:r>
          </a:p>
        </p:txBody>
      </p:sp>
      <p:sp>
        <p:nvSpPr>
          <p:cNvPr id="4" name="Espace réservé du numéro de diapositive 3">
            <a:extLst>
              <a:ext uri="{FF2B5EF4-FFF2-40B4-BE49-F238E27FC236}">
                <a16:creationId xmlns:a16="http://schemas.microsoft.com/office/drawing/2014/main" id="{8AD2D60A-B928-2582-854B-4E4366878F8A}"/>
              </a:ext>
            </a:extLst>
          </p:cNvPr>
          <p:cNvSpPr>
            <a:spLocks noGrp="1"/>
          </p:cNvSpPr>
          <p:nvPr>
            <p:ph type="sldNum" sz="quarter" idx="13"/>
          </p:nvPr>
        </p:nvSpPr>
        <p:spPr>
          <a:xfrm>
            <a:off x="11811896" y="6492875"/>
            <a:ext cx="380103" cy="365125"/>
          </a:xfrm>
        </p:spPr>
        <p:txBody>
          <a:bodyPr/>
          <a:lstStyle/>
          <a:p>
            <a:fld id="{C0BFEC7E-0323-A14C-9873-20EA857A373B}" type="slidenum">
              <a:rPr lang="fr-FR" smtClean="0"/>
              <a:pPr/>
              <a:t>11</a:t>
            </a:fld>
            <a:endParaRPr lang="fr-FR"/>
          </a:p>
        </p:txBody>
      </p:sp>
    </p:spTree>
    <p:extLst>
      <p:ext uri="{BB962C8B-B14F-4D97-AF65-F5344CB8AC3E}">
        <p14:creationId xmlns:p14="http://schemas.microsoft.com/office/powerpoint/2010/main" val="3413039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191C0-CED1-6FB3-93E1-4F50A067D12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A88A767-3AEE-CE05-F59D-75752256D36C}"/>
              </a:ext>
            </a:extLst>
          </p:cNvPr>
          <p:cNvSpPr>
            <a:spLocks noGrp="1"/>
          </p:cNvSpPr>
          <p:nvPr>
            <p:ph type="title"/>
          </p:nvPr>
        </p:nvSpPr>
        <p:spPr>
          <a:xfrm>
            <a:off x="1145795" y="681838"/>
            <a:ext cx="9900410" cy="1325563"/>
          </a:xfrm>
        </p:spPr>
        <p:txBody>
          <a:bodyPr/>
          <a:lstStyle/>
          <a:p>
            <a:r>
              <a:rPr lang="fr-FR"/>
              <a:t>Outils et possibilités annexes</a:t>
            </a:r>
          </a:p>
        </p:txBody>
      </p:sp>
      <p:sp>
        <p:nvSpPr>
          <p:cNvPr id="3" name="Espace réservé du numéro de diapositive 2">
            <a:extLst>
              <a:ext uri="{FF2B5EF4-FFF2-40B4-BE49-F238E27FC236}">
                <a16:creationId xmlns:a16="http://schemas.microsoft.com/office/drawing/2014/main" id="{7CC103FF-C138-E946-BD7F-2FF1E75D51F2}"/>
              </a:ext>
            </a:extLst>
          </p:cNvPr>
          <p:cNvSpPr>
            <a:spLocks noGrp="1"/>
          </p:cNvSpPr>
          <p:nvPr>
            <p:ph type="sldNum" sz="quarter" idx="11"/>
          </p:nvPr>
        </p:nvSpPr>
        <p:spPr>
          <a:xfrm>
            <a:off x="11811896" y="6492875"/>
            <a:ext cx="380103" cy="365125"/>
          </a:xfrm>
        </p:spPr>
        <p:txBody>
          <a:bodyPr/>
          <a:lstStyle/>
          <a:p>
            <a:fld id="{C0BFEC7E-0323-A14C-9873-20EA857A373B}" type="slidenum">
              <a:rPr lang="fr-FR" smtClean="0"/>
              <a:pPr/>
              <a:t>12</a:t>
            </a:fld>
            <a:endParaRPr lang="fr-FR"/>
          </a:p>
        </p:txBody>
      </p:sp>
      <p:sp>
        <p:nvSpPr>
          <p:cNvPr id="7" name="Espace réservé du texte 9">
            <a:extLst>
              <a:ext uri="{FF2B5EF4-FFF2-40B4-BE49-F238E27FC236}">
                <a16:creationId xmlns:a16="http://schemas.microsoft.com/office/drawing/2014/main" id="{429F3D49-A170-45C3-7F0A-B9840576C13A}"/>
              </a:ext>
            </a:extLst>
          </p:cNvPr>
          <p:cNvSpPr>
            <a:spLocks noGrp="1"/>
          </p:cNvSpPr>
          <p:nvPr>
            <p:ph type="body" sz="quarter" idx="12"/>
          </p:nvPr>
        </p:nvSpPr>
        <p:spPr>
          <a:xfrm>
            <a:off x="1145795" y="2189963"/>
            <a:ext cx="9900410" cy="4302912"/>
          </a:xfrm>
        </p:spPr>
        <p:txBody>
          <a:bodyPr/>
          <a:lstStyle/>
          <a:p>
            <a:r>
              <a:rPr lang="fr-FR" b="1" err="1"/>
              <a:t>EdiWorker</a:t>
            </a:r>
            <a:r>
              <a:rPr lang="fr-FR" b="1"/>
              <a:t> </a:t>
            </a:r>
          </a:p>
          <a:p>
            <a:r>
              <a:rPr lang="fr-FR" sz="1400">
                <a:solidFill>
                  <a:schemeClr val="bg2"/>
                </a:solidFill>
              </a:rPr>
              <a:t>Le programme d’intégration EDI permet d’envoyer des mails de rapport d’intégration:</a:t>
            </a:r>
            <a:br>
              <a:rPr lang="fr-FR" sz="1400">
                <a:solidFill>
                  <a:schemeClr val="bg2"/>
                </a:solidFill>
              </a:rPr>
            </a:br>
            <a:endParaRPr lang="fr-FR" sz="1400">
              <a:solidFill>
                <a:schemeClr val="bg2"/>
              </a:solidFill>
            </a:endParaRPr>
          </a:p>
          <a:p>
            <a:br>
              <a:rPr lang="fr-FR" sz="1400">
                <a:solidFill>
                  <a:schemeClr val="bg2"/>
                </a:solidFill>
              </a:rPr>
            </a:br>
            <a:br>
              <a:rPr lang="fr-FR" sz="1400">
                <a:solidFill>
                  <a:schemeClr val="bg2"/>
                </a:solidFill>
              </a:rPr>
            </a:br>
            <a:endParaRPr lang="fr-FR"/>
          </a:p>
          <a:p>
            <a:pPr lvl="5"/>
            <a:endParaRPr lang="fr-FR"/>
          </a:p>
          <a:p>
            <a:pPr lvl="5"/>
            <a:endParaRPr lang="fr-FR"/>
          </a:p>
          <a:p>
            <a:pPr lvl="5"/>
            <a:endParaRPr lang="fr-FR"/>
          </a:p>
        </p:txBody>
      </p:sp>
      <p:pic>
        <p:nvPicPr>
          <p:cNvPr id="11" name="Image 10">
            <a:extLst>
              <a:ext uri="{FF2B5EF4-FFF2-40B4-BE49-F238E27FC236}">
                <a16:creationId xmlns:a16="http://schemas.microsoft.com/office/drawing/2014/main" id="{45959695-FDB3-850B-0D2D-FE61B96D2C20}"/>
              </a:ext>
            </a:extLst>
          </p:cNvPr>
          <p:cNvPicPr>
            <a:picLocks noChangeAspect="1"/>
          </p:cNvPicPr>
          <p:nvPr/>
        </p:nvPicPr>
        <p:blipFill>
          <a:blip r:embed="rId2"/>
          <a:stretch>
            <a:fillRect/>
          </a:stretch>
        </p:blipFill>
        <p:spPr>
          <a:xfrm>
            <a:off x="4037020" y="3278111"/>
            <a:ext cx="4117959" cy="3214764"/>
          </a:xfrm>
          <a:prstGeom prst="rect">
            <a:avLst/>
          </a:prstGeom>
        </p:spPr>
      </p:pic>
    </p:spTree>
    <p:extLst>
      <p:ext uri="{BB962C8B-B14F-4D97-AF65-F5344CB8AC3E}">
        <p14:creationId xmlns:p14="http://schemas.microsoft.com/office/powerpoint/2010/main" val="3691422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F7A4E-5AF1-4BF7-4E25-C27072A52BF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ADF2AEE-F595-869D-1B9A-AABD54D4806B}"/>
              </a:ext>
            </a:extLst>
          </p:cNvPr>
          <p:cNvSpPr>
            <a:spLocks noGrp="1"/>
          </p:cNvSpPr>
          <p:nvPr>
            <p:ph type="title"/>
          </p:nvPr>
        </p:nvSpPr>
        <p:spPr>
          <a:xfrm>
            <a:off x="1145795" y="681838"/>
            <a:ext cx="9900410" cy="1325563"/>
          </a:xfrm>
        </p:spPr>
        <p:txBody>
          <a:bodyPr/>
          <a:lstStyle/>
          <a:p>
            <a:r>
              <a:rPr lang="fr-FR"/>
              <a:t>Outils et possibilités annexes</a:t>
            </a:r>
          </a:p>
        </p:txBody>
      </p:sp>
      <p:sp>
        <p:nvSpPr>
          <p:cNvPr id="3" name="Espace réservé du numéro de diapositive 2">
            <a:extLst>
              <a:ext uri="{FF2B5EF4-FFF2-40B4-BE49-F238E27FC236}">
                <a16:creationId xmlns:a16="http://schemas.microsoft.com/office/drawing/2014/main" id="{7964642C-EFCA-8721-3BE2-A236C6CBEEEE}"/>
              </a:ext>
            </a:extLst>
          </p:cNvPr>
          <p:cNvSpPr>
            <a:spLocks noGrp="1"/>
          </p:cNvSpPr>
          <p:nvPr>
            <p:ph type="sldNum" sz="quarter" idx="11"/>
          </p:nvPr>
        </p:nvSpPr>
        <p:spPr>
          <a:xfrm>
            <a:off x="11811896" y="6492875"/>
            <a:ext cx="380103" cy="365125"/>
          </a:xfrm>
        </p:spPr>
        <p:txBody>
          <a:bodyPr/>
          <a:lstStyle/>
          <a:p>
            <a:fld id="{C0BFEC7E-0323-A14C-9873-20EA857A373B}" type="slidenum">
              <a:rPr lang="fr-FR" smtClean="0"/>
              <a:pPr/>
              <a:t>13</a:t>
            </a:fld>
            <a:endParaRPr lang="fr-FR"/>
          </a:p>
        </p:txBody>
      </p:sp>
      <p:sp>
        <p:nvSpPr>
          <p:cNvPr id="7" name="Espace réservé du texte 9">
            <a:extLst>
              <a:ext uri="{FF2B5EF4-FFF2-40B4-BE49-F238E27FC236}">
                <a16:creationId xmlns:a16="http://schemas.microsoft.com/office/drawing/2014/main" id="{0B8409C6-2446-6E14-E54D-2AD578833572}"/>
              </a:ext>
            </a:extLst>
          </p:cNvPr>
          <p:cNvSpPr>
            <a:spLocks noGrp="1"/>
          </p:cNvSpPr>
          <p:nvPr>
            <p:ph type="body" sz="quarter" idx="12"/>
          </p:nvPr>
        </p:nvSpPr>
        <p:spPr>
          <a:xfrm>
            <a:off x="1145795" y="2189963"/>
            <a:ext cx="9900410" cy="4302912"/>
          </a:xfrm>
        </p:spPr>
        <p:txBody>
          <a:bodyPr/>
          <a:lstStyle/>
          <a:p>
            <a:r>
              <a:rPr lang="fr-FR" b="1" err="1"/>
              <a:t>EdiWorker</a:t>
            </a:r>
            <a:r>
              <a:rPr lang="fr-FR" b="1"/>
              <a:t> </a:t>
            </a:r>
          </a:p>
          <a:p>
            <a:r>
              <a:rPr lang="fr-FR" sz="1400">
                <a:solidFill>
                  <a:schemeClr val="bg2"/>
                </a:solidFill>
              </a:rPr>
              <a:t>Il est possible d’intégrer des fichiers mouvement et produit Excel préformatés, que nous appelons « faux edi  ». L’utilisateur peut alors remplir et déposer ce fichier dans le dossier scruté par le programme (via ftp, </a:t>
            </a:r>
            <a:r>
              <a:rPr lang="fr-FR" sz="1400" err="1">
                <a:solidFill>
                  <a:schemeClr val="bg2"/>
                </a:solidFill>
              </a:rPr>
              <a:t>sftp</a:t>
            </a:r>
            <a:r>
              <a:rPr lang="fr-FR" sz="1400">
                <a:solidFill>
                  <a:schemeClr val="bg2"/>
                </a:solidFill>
              </a:rPr>
              <a:t> ou interface web) : </a:t>
            </a:r>
          </a:p>
          <a:p>
            <a:r>
              <a:rPr lang="fr-FR" sz="1400">
                <a:solidFill>
                  <a:schemeClr val="bg2"/>
                </a:solidFill>
              </a:rPr>
              <a:t>Exemple pour les mouvements:</a:t>
            </a:r>
          </a:p>
          <a:p>
            <a:br>
              <a:rPr lang="fr-FR" sz="1400">
                <a:solidFill>
                  <a:schemeClr val="bg2"/>
                </a:solidFill>
              </a:rPr>
            </a:br>
            <a:br>
              <a:rPr lang="fr-FR" sz="1400">
                <a:solidFill>
                  <a:schemeClr val="bg2"/>
                </a:solidFill>
              </a:rPr>
            </a:br>
            <a:endParaRPr lang="fr-FR"/>
          </a:p>
          <a:p>
            <a:pPr lvl="5"/>
            <a:endParaRPr lang="fr-FR"/>
          </a:p>
          <a:p>
            <a:pPr lvl="5"/>
            <a:endParaRPr lang="fr-FR"/>
          </a:p>
          <a:p>
            <a:pPr lvl="5"/>
            <a:endParaRPr lang="fr-FR"/>
          </a:p>
          <a:p>
            <a:pPr lvl="5"/>
            <a:endParaRPr lang="fr-FR"/>
          </a:p>
        </p:txBody>
      </p:sp>
      <p:pic>
        <p:nvPicPr>
          <p:cNvPr id="5" name="Image 4">
            <a:extLst>
              <a:ext uri="{FF2B5EF4-FFF2-40B4-BE49-F238E27FC236}">
                <a16:creationId xmlns:a16="http://schemas.microsoft.com/office/drawing/2014/main" id="{3CBF8C9D-313D-0B6B-EC58-38A82CCC0D9B}"/>
              </a:ext>
            </a:extLst>
          </p:cNvPr>
          <p:cNvPicPr>
            <a:picLocks noChangeAspect="1"/>
          </p:cNvPicPr>
          <p:nvPr/>
        </p:nvPicPr>
        <p:blipFill>
          <a:blip r:embed="rId2"/>
          <a:stretch>
            <a:fillRect/>
          </a:stretch>
        </p:blipFill>
        <p:spPr>
          <a:xfrm>
            <a:off x="1832051" y="3819997"/>
            <a:ext cx="8527898" cy="2247523"/>
          </a:xfrm>
          <a:prstGeom prst="rect">
            <a:avLst/>
          </a:prstGeom>
        </p:spPr>
      </p:pic>
    </p:spTree>
    <p:extLst>
      <p:ext uri="{BB962C8B-B14F-4D97-AF65-F5344CB8AC3E}">
        <p14:creationId xmlns:p14="http://schemas.microsoft.com/office/powerpoint/2010/main" val="3772726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B6A67-4BF9-CFEF-2E77-53721BEC2C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D726406-84DB-7DC4-6853-0D3E8A155D9B}"/>
              </a:ext>
            </a:extLst>
          </p:cNvPr>
          <p:cNvSpPr>
            <a:spLocks noGrp="1"/>
          </p:cNvSpPr>
          <p:nvPr>
            <p:ph type="title"/>
          </p:nvPr>
        </p:nvSpPr>
        <p:spPr>
          <a:xfrm>
            <a:off x="1145795" y="681838"/>
            <a:ext cx="9900410" cy="1325563"/>
          </a:xfrm>
        </p:spPr>
        <p:txBody>
          <a:bodyPr/>
          <a:lstStyle/>
          <a:p>
            <a:r>
              <a:rPr lang="fr-FR"/>
              <a:t>Outils et possibilités annexes</a:t>
            </a:r>
          </a:p>
        </p:txBody>
      </p:sp>
      <p:sp>
        <p:nvSpPr>
          <p:cNvPr id="3" name="Espace réservé du numéro de diapositive 2">
            <a:extLst>
              <a:ext uri="{FF2B5EF4-FFF2-40B4-BE49-F238E27FC236}">
                <a16:creationId xmlns:a16="http://schemas.microsoft.com/office/drawing/2014/main" id="{39C5FDD7-C3BE-A133-3E6A-65D1615BC792}"/>
              </a:ext>
            </a:extLst>
          </p:cNvPr>
          <p:cNvSpPr>
            <a:spLocks noGrp="1"/>
          </p:cNvSpPr>
          <p:nvPr>
            <p:ph type="sldNum" sz="quarter" idx="11"/>
          </p:nvPr>
        </p:nvSpPr>
        <p:spPr>
          <a:xfrm>
            <a:off x="11811896" y="6492875"/>
            <a:ext cx="380103" cy="365125"/>
          </a:xfrm>
        </p:spPr>
        <p:txBody>
          <a:bodyPr/>
          <a:lstStyle/>
          <a:p>
            <a:fld id="{C0BFEC7E-0323-A14C-9873-20EA857A373B}" type="slidenum">
              <a:rPr lang="fr-FR" smtClean="0"/>
              <a:pPr/>
              <a:t>14</a:t>
            </a:fld>
            <a:endParaRPr lang="fr-FR"/>
          </a:p>
        </p:txBody>
      </p:sp>
      <p:sp>
        <p:nvSpPr>
          <p:cNvPr id="7" name="Espace réservé du texte 9">
            <a:extLst>
              <a:ext uri="{FF2B5EF4-FFF2-40B4-BE49-F238E27FC236}">
                <a16:creationId xmlns:a16="http://schemas.microsoft.com/office/drawing/2014/main" id="{DA8F59C8-E5D7-9177-790C-7E65FE39C80C}"/>
              </a:ext>
            </a:extLst>
          </p:cNvPr>
          <p:cNvSpPr>
            <a:spLocks noGrp="1"/>
          </p:cNvSpPr>
          <p:nvPr>
            <p:ph type="body" sz="quarter" idx="12"/>
          </p:nvPr>
        </p:nvSpPr>
        <p:spPr>
          <a:xfrm>
            <a:off x="1145795" y="2189963"/>
            <a:ext cx="9900410" cy="4302912"/>
          </a:xfrm>
        </p:spPr>
        <p:txBody>
          <a:bodyPr/>
          <a:lstStyle/>
          <a:p>
            <a:r>
              <a:rPr lang="fr-FR" b="1" err="1"/>
              <a:t>EdiWorker</a:t>
            </a:r>
            <a:r>
              <a:rPr lang="fr-FR" b="1"/>
              <a:t> </a:t>
            </a:r>
          </a:p>
          <a:p>
            <a:r>
              <a:rPr lang="fr-FR" sz="1400">
                <a:solidFill>
                  <a:schemeClr val="bg2"/>
                </a:solidFill>
              </a:rPr>
              <a:t>Nous avons une interface web permettant de construire ces matrices Excel:</a:t>
            </a:r>
          </a:p>
          <a:p>
            <a:endParaRPr lang="fr-FR" sz="1400">
              <a:solidFill>
                <a:schemeClr val="bg2"/>
              </a:solidFill>
            </a:endParaRPr>
          </a:p>
          <a:p>
            <a:endParaRPr lang="fr-FR" sz="1400">
              <a:solidFill>
                <a:schemeClr val="bg2"/>
              </a:solidFill>
            </a:endParaRPr>
          </a:p>
          <a:p>
            <a:br>
              <a:rPr lang="fr-FR" sz="1400">
                <a:solidFill>
                  <a:schemeClr val="bg2"/>
                </a:solidFill>
              </a:rPr>
            </a:br>
            <a:br>
              <a:rPr lang="fr-FR" sz="1400">
                <a:solidFill>
                  <a:schemeClr val="bg2"/>
                </a:solidFill>
              </a:rPr>
            </a:br>
            <a:endParaRPr lang="fr-FR"/>
          </a:p>
          <a:p>
            <a:pPr lvl="5"/>
            <a:endParaRPr lang="fr-FR"/>
          </a:p>
          <a:p>
            <a:pPr lvl="5"/>
            <a:endParaRPr lang="fr-FR"/>
          </a:p>
          <a:p>
            <a:pPr lvl="5"/>
            <a:endParaRPr lang="fr-FR"/>
          </a:p>
          <a:p>
            <a:pPr lvl="5"/>
            <a:endParaRPr lang="fr-FR"/>
          </a:p>
        </p:txBody>
      </p:sp>
      <p:pic>
        <p:nvPicPr>
          <p:cNvPr id="6" name="Image 5">
            <a:extLst>
              <a:ext uri="{FF2B5EF4-FFF2-40B4-BE49-F238E27FC236}">
                <a16:creationId xmlns:a16="http://schemas.microsoft.com/office/drawing/2014/main" id="{022430B7-BC93-495D-DA59-02AF98E2C5F7}"/>
              </a:ext>
            </a:extLst>
          </p:cNvPr>
          <p:cNvPicPr>
            <a:picLocks noChangeAspect="1"/>
          </p:cNvPicPr>
          <p:nvPr/>
        </p:nvPicPr>
        <p:blipFill>
          <a:blip r:embed="rId2"/>
          <a:stretch>
            <a:fillRect/>
          </a:stretch>
        </p:blipFill>
        <p:spPr>
          <a:xfrm>
            <a:off x="3057909" y="3374092"/>
            <a:ext cx="6076182" cy="3301345"/>
          </a:xfrm>
          <a:prstGeom prst="rect">
            <a:avLst/>
          </a:prstGeom>
        </p:spPr>
      </p:pic>
    </p:spTree>
    <p:extLst>
      <p:ext uri="{BB962C8B-B14F-4D97-AF65-F5344CB8AC3E}">
        <p14:creationId xmlns:p14="http://schemas.microsoft.com/office/powerpoint/2010/main" val="1568137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088332"/>
      </p:ext>
    </p:extLst>
  </p:cSld>
  <p:clrMapOvr>
    <a:masterClrMapping/>
  </p:clrMapOvr>
</p:sld>
</file>

<file path=ppt/theme/theme1.xml><?xml version="1.0" encoding="utf-8"?>
<a:theme xmlns:a="http://schemas.openxmlformats.org/drawingml/2006/main" name="Thème Office">
  <a:themeElements>
    <a:clrScheme name="Sinari">
      <a:dk1>
        <a:srgbClr val="3C03F0"/>
      </a:dk1>
      <a:lt1>
        <a:srgbClr val="FFFFFF"/>
      </a:lt1>
      <a:dk2>
        <a:srgbClr val="FF4F00"/>
      </a:dk2>
      <a:lt2>
        <a:srgbClr val="000000"/>
      </a:lt2>
      <a:accent1>
        <a:srgbClr val="3D02F0"/>
      </a:accent1>
      <a:accent2>
        <a:srgbClr val="FF4F00"/>
      </a:accent2>
      <a:accent3>
        <a:srgbClr val="A5A5A5"/>
      </a:accent3>
      <a:accent4>
        <a:srgbClr val="FFC000"/>
      </a:accent4>
      <a:accent5>
        <a:srgbClr val="5B9BD5"/>
      </a:accent5>
      <a:accent6>
        <a:srgbClr val="70AD47"/>
      </a:accent6>
      <a:hlink>
        <a:srgbClr val="FF4F00"/>
      </a:hlink>
      <a:folHlink>
        <a:srgbClr val="FF4F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faeb436-3a31-4024-9e86-0f4dca2ccec2">
      <Terms xmlns="http://schemas.microsoft.com/office/infopath/2007/PartnerControls"/>
    </lcf76f155ced4ddcb4097134ff3c332f>
    <TaxCatchAll xmlns="5dfecb89-e6d8-47f6-be2b-038fb37b7bf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5AA4EAA9C54B24DAF5535810938265A" ma:contentTypeVersion="13" ma:contentTypeDescription="Crée un document." ma:contentTypeScope="" ma:versionID="561ab7d89edc890e8ab661a9250b2c75">
  <xsd:schema xmlns:xsd="http://www.w3.org/2001/XMLSchema" xmlns:xs="http://www.w3.org/2001/XMLSchema" xmlns:p="http://schemas.microsoft.com/office/2006/metadata/properties" xmlns:ns2="1faeb436-3a31-4024-9e86-0f4dca2ccec2" xmlns:ns3="5dfecb89-e6d8-47f6-be2b-038fb37b7bfe" targetNamespace="http://schemas.microsoft.com/office/2006/metadata/properties" ma:root="true" ma:fieldsID="af300391ec21c7adfb19c4110e1f6351" ns2:_="" ns3:_="">
    <xsd:import namespace="1faeb436-3a31-4024-9e86-0f4dca2ccec2"/>
    <xsd:import namespace="5dfecb89-e6d8-47f6-be2b-038fb37b7b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aeb436-3a31-4024-9e86-0f4dca2cce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54995b74-c26a-4b27-b590-f8cadbfa433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dfecb89-e6d8-47f6-be2b-038fb37b7bf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8fab158-a5bc-4fb5-b2ff-b10a8fe06ccb}" ma:internalName="TaxCatchAll" ma:showField="CatchAllData" ma:web="5dfecb89-e6d8-47f6-be2b-038fb37b7b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B08603-85A0-43CB-A1A8-45DA3A29718A}">
  <ds:schemaRefs>
    <ds:schemaRef ds:uri="1faeb436-3a31-4024-9e86-0f4dca2ccec2"/>
    <ds:schemaRef ds:uri="44cbf9e0-be0b-448a-9b66-3cd77131b337"/>
    <ds:schemaRef ds:uri="57a6f4dd-70ae-48ef-bfee-d85ccacda5e5"/>
    <ds:schemaRef ds:uri="5dfecb89-e6d8-47f6-be2b-038fb37b7bfe"/>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9A9D5A3-92C2-4202-8ABD-FB599B38E10C}"/>
</file>

<file path=customXml/itemProps3.xml><?xml version="1.0" encoding="utf-8"?>
<ds:datastoreItem xmlns:ds="http://schemas.openxmlformats.org/officeDocument/2006/customXml" ds:itemID="{EB0CE4EA-7D1B-4FDF-81C4-253FAC7D2BC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661</Words>
  <Application>Microsoft Office PowerPoint</Application>
  <PresentationFormat>Grand écran</PresentationFormat>
  <Paragraphs>84</Paragraphs>
  <Slides>15</Slides>
  <Notes>0</Notes>
  <HiddenSlides>1</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Neue Haas Grotesk Text Pro</vt:lpstr>
      <vt:lpstr>Wingdings</vt:lpstr>
      <vt:lpstr>Thème Office</vt:lpstr>
      <vt:lpstr>EDI Stock-it</vt:lpstr>
      <vt:lpstr>Présentation PowerPoint</vt:lpstr>
      <vt:lpstr>Présentation PowerPoint</vt:lpstr>
      <vt:lpstr>Présentation générale</vt:lpstr>
      <vt:lpstr>Présentation PowerPoint</vt:lpstr>
      <vt:lpstr>Présentation des matrices</vt:lpstr>
      <vt:lpstr>Présentation des matrices</vt:lpstr>
      <vt:lpstr>Présentation des matrices</vt:lpstr>
      <vt:lpstr>Présentation des matrices</vt:lpstr>
      <vt:lpstr>Présentation des matrices</vt:lpstr>
      <vt:lpstr>Présentation PowerPoint</vt:lpstr>
      <vt:lpstr>Outils et possibilités annexes</vt:lpstr>
      <vt:lpstr>Outils et possibilités annexes</vt:lpstr>
      <vt:lpstr>Outils et possibilités annexes</vt:lpstr>
      <vt:lpstr>Présentation PowerPoint</vt:lpstr>
    </vt:vector>
  </TitlesOfParts>
  <Manager/>
  <Company>swimming pool</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Sinari</dc:title>
  <dc:subject/>
  <dc:creator>Sebastien Flecheau</dc:creator>
  <cp:keywords/>
  <dc:description/>
  <cp:lastModifiedBy>Gwénaël GERGAUD</cp:lastModifiedBy>
  <cp:revision>1</cp:revision>
  <dcterms:created xsi:type="dcterms:W3CDTF">2023-10-13T09:04:37Z</dcterms:created>
  <dcterms:modified xsi:type="dcterms:W3CDTF">2025-12-01T16:42:13Z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0x01010095AA4EAA9C54B24DAF5535810938265A</vt:lpwstr>
  </property>
  <property fmtid="{D5CDD505-2E9C-101B-9397-08002B2CF9AE}" pid="3" name="MediaServiceImageTags">
    <vt:lpwstr/>
  </property>
</Properties>
</file>